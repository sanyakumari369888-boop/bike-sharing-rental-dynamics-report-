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1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5" r:id="rId1"/>
  </p:sldMasterIdLst>
  <p:sldIdLst>
    <p:sldId id="259" r:id="rId2"/>
    <p:sldId id="260" r:id="rId3"/>
    <p:sldId id="261" r:id="rId4"/>
    <p:sldId id="264" r:id="rId5"/>
    <p:sldId id="265" r:id="rId6"/>
    <p:sldId id="266" r:id="rId7"/>
    <p:sldId id="267" r:id="rId8"/>
    <p:sldId id="291" r:id="rId9"/>
    <p:sldId id="293" r:id="rId10"/>
    <p:sldId id="292" r:id="rId11"/>
    <p:sldId id="300" r:id="rId12"/>
    <p:sldId id="272" r:id="rId13"/>
    <p:sldId id="298" r:id="rId14"/>
    <p:sldId id="302" r:id="rId15"/>
    <p:sldId id="275" r:id="rId16"/>
    <p:sldId id="301" r:id="rId17"/>
    <p:sldId id="277" r:id="rId18"/>
    <p:sldId id="290" r:id="rId19"/>
    <p:sldId id="280" r:id="rId20"/>
    <p:sldId id="281" r:id="rId21"/>
    <p:sldId id="294" r:id="rId22"/>
    <p:sldId id="289" r:id="rId23"/>
    <p:sldId id="28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588DC4BE519F7BF/Desktop/project%20copy/Bike%20Sharing%20Project%20(Recovered)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project.xlsx]KPI'S!PivotTable11</c:name>
    <c:fmtId val="21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2"/>
            </a:solidFill>
            <a:miter lim="800000"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2"/>
            </a:solidFill>
            <a:miter lim="800000"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2"/>
            </a:solidFill>
            <a:miter lim="800000"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'KPI''S'!$AI$9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miter lim="800000"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'KPI''S'!$AH$10:$AH$55</c:f>
              <c:strCache>
                <c:ptCount val="45"/>
                <c:pt idx="0">
                  <c:v>1/1/2011</c:v>
                </c:pt>
                <c:pt idx="1">
                  <c:v>1/2/2011</c:v>
                </c:pt>
                <c:pt idx="2">
                  <c:v>1/3/2011</c:v>
                </c:pt>
                <c:pt idx="3">
                  <c:v>1/4/2011</c:v>
                </c:pt>
                <c:pt idx="4">
                  <c:v>1/5/2011</c:v>
                </c:pt>
                <c:pt idx="5">
                  <c:v>1/6/2011</c:v>
                </c:pt>
                <c:pt idx="6">
                  <c:v>1/7/2011</c:v>
                </c:pt>
                <c:pt idx="7">
                  <c:v>1/8/2011</c:v>
                </c:pt>
                <c:pt idx="8">
                  <c:v>1/9/2011</c:v>
                </c:pt>
                <c:pt idx="9">
                  <c:v>1/10/2011</c:v>
                </c:pt>
                <c:pt idx="10">
                  <c:v>1/11/2011</c:v>
                </c:pt>
                <c:pt idx="11">
                  <c:v>1/12/2011</c:v>
                </c:pt>
                <c:pt idx="12">
                  <c:v>1/13/2011</c:v>
                </c:pt>
                <c:pt idx="13">
                  <c:v>1/14/2011</c:v>
                </c:pt>
                <c:pt idx="14">
                  <c:v>1/15/2011</c:v>
                </c:pt>
                <c:pt idx="15">
                  <c:v>1/16/2011</c:v>
                </c:pt>
                <c:pt idx="16">
                  <c:v>1/17/2011</c:v>
                </c:pt>
                <c:pt idx="17">
                  <c:v>1/18/2011</c:v>
                </c:pt>
                <c:pt idx="18">
                  <c:v>1/19/2011</c:v>
                </c:pt>
                <c:pt idx="19">
                  <c:v>1/20/2011</c:v>
                </c:pt>
                <c:pt idx="20">
                  <c:v>1/21/2011</c:v>
                </c:pt>
                <c:pt idx="21">
                  <c:v>1/22/2011</c:v>
                </c:pt>
                <c:pt idx="22">
                  <c:v>1/23/2011</c:v>
                </c:pt>
                <c:pt idx="23">
                  <c:v>1/24/2011</c:v>
                </c:pt>
                <c:pt idx="24">
                  <c:v>1/25/2011</c:v>
                </c:pt>
                <c:pt idx="25">
                  <c:v>1/26/2011</c:v>
                </c:pt>
                <c:pt idx="26">
                  <c:v>1/27/2011</c:v>
                </c:pt>
                <c:pt idx="27">
                  <c:v>1/28/2011</c:v>
                </c:pt>
                <c:pt idx="28">
                  <c:v>1/29/2011</c:v>
                </c:pt>
                <c:pt idx="29">
                  <c:v>1/30/2011</c:v>
                </c:pt>
                <c:pt idx="30">
                  <c:v>1/31/2011</c:v>
                </c:pt>
                <c:pt idx="31">
                  <c:v>2/1/2011</c:v>
                </c:pt>
                <c:pt idx="32">
                  <c:v>2/2/2011</c:v>
                </c:pt>
                <c:pt idx="33">
                  <c:v>2/3/2011</c:v>
                </c:pt>
                <c:pt idx="34">
                  <c:v>2/4/2011</c:v>
                </c:pt>
                <c:pt idx="35">
                  <c:v>2/5/2011</c:v>
                </c:pt>
                <c:pt idx="36">
                  <c:v>2/6/2011</c:v>
                </c:pt>
                <c:pt idx="37">
                  <c:v>2/7/2011</c:v>
                </c:pt>
                <c:pt idx="38">
                  <c:v>2/8/2011</c:v>
                </c:pt>
                <c:pt idx="39">
                  <c:v>2/9/2011</c:v>
                </c:pt>
                <c:pt idx="40">
                  <c:v>2/10/2011</c:v>
                </c:pt>
                <c:pt idx="41">
                  <c:v>2/11/2011</c:v>
                </c:pt>
                <c:pt idx="42">
                  <c:v>2/12/2011</c:v>
                </c:pt>
                <c:pt idx="43">
                  <c:v>2/13/2011</c:v>
                </c:pt>
                <c:pt idx="44">
                  <c:v>2/14/2011</c:v>
                </c:pt>
              </c:strCache>
            </c:strRef>
          </c:cat>
          <c:val>
            <c:numRef>
              <c:f>'KPI''S'!$AI$10:$AI$55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49-4B38-A4DB-16DE81E89D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2200495"/>
        <c:axId val="132201455"/>
      </c:lineChart>
      <c:catAx>
        <c:axId val="132200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2201455"/>
        <c:crosses val="autoZero"/>
        <c:auto val="1"/>
        <c:lblAlgn val="ctr"/>
        <c:lblOffset val="100"/>
        <c:noMultiLvlLbl val="0"/>
      </c:catAx>
      <c:valAx>
        <c:axId val="1322014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2200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project.xlsx]KPI'S!PivotTable4</c:name>
    <c:fmtId val="18"/>
  </c:pivotSource>
  <c:chart>
    <c:autoTitleDeleted val="1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'KPI''S'!$C$11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'KPI''S'!$B$12:$B$36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'KPI''S'!$C$12:$C$36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F-4BA8-AA06-11A018DDEE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0338544"/>
        <c:axId val="170335184"/>
      </c:barChart>
      <c:catAx>
        <c:axId val="170338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en-US"/>
          </a:p>
        </c:txPr>
        <c:crossAx val="170335184"/>
        <c:crosses val="autoZero"/>
        <c:auto val="1"/>
        <c:lblAlgn val="ctr"/>
        <c:lblOffset val="100"/>
        <c:noMultiLvlLbl val="0"/>
      </c:catAx>
      <c:valAx>
        <c:axId val="1703351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70338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project.xlsx]KPI'S!PivotTable8</c:name>
    <c:fmtId val="28"/>
  </c:pivotSource>
  <c:chart>
    <c:autoTitleDeleted val="1"/>
    <c:pivotFmts>
      <c:pivotFmt>
        <c:idx val="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</c:pivotFmts>
    <c:plotArea>
      <c:layout>
        <c:manualLayout>
          <c:layoutTarget val="inner"/>
          <c:xMode val="edge"/>
          <c:yMode val="edge"/>
          <c:x val="6.1813992707925071E-3"/>
          <c:y val="0"/>
          <c:w val="0.99381860072920747"/>
          <c:h val="1"/>
        </c:manualLayout>
      </c:layout>
      <c:lineChart>
        <c:grouping val="stacked"/>
        <c:varyColors val="0"/>
        <c:ser>
          <c:idx val="0"/>
          <c:order val="0"/>
          <c:tx>
            <c:strRef>
              <c:f>'KPI''S'!$Q$36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2"/>
              </a:outerShdw>
            </a:effectLst>
          </c:spPr>
          <c:marker>
            <c:symbol val="circle"/>
            <c:size val="14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Pt>
            <c:idx val="5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6E2-4094-A66A-4FD115371D36}"/>
              </c:ext>
            </c:extLst>
          </c:dPt>
          <c:dPt>
            <c:idx val="6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6E2-4094-A66A-4FD115371D36}"/>
              </c:ext>
            </c:extLst>
          </c:dPt>
          <c:dPt>
            <c:idx val="7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6E2-4094-A66A-4FD115371D36}"/>
              </c:ext>
            </c:extLst>
          </c:dPt>
          <c:dPt>
            <c:idx val="8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6E2-4094-A66A-4FD115371D36}"/>
              </c:ext>
            </c:extLst>
          </c:dPt>
          <c:dPt>
            <c:idx val="9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F6E2-4094-A66A-4FD115371D36}"/>
              </c:ext>
            </c:extLst>
          </c:dPt>
          <c:dPt>
            <c:idx val="10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gradFill flip="none" rotWithShape="1">
                  <a:gsLst>
                    <a:gs pos="83000">
                      <a:schemeClr val="accent2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2700000" scaled="1"/>
                  <a:tileRect/>
                </a:gra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F6E2-4094-A66A-4FD115371D36}"/>
              </c:ext>
            </c:extLst>
          </c:dPt>
          <c:dPt>
            <c:idx val="11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F6E2-4094-A66A-4FD115371D36}"/>
              </c:ext>
            </c:extLst>
          </c:dPt>
          <c:dPt>
            <c:idx val="12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F6E2-4094-A66A-4FD115371D36}"/>
              </c:ext>
            </c:extLst>
          </c:dPt>
          <c:dPt>
            <c:idx val="13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F6E2-4094-A66A-4FD115371D36}"/>
              </c:ext>
            </c:extLst>
          </c:dPt>
          <c:dPt>
            <c:idx val="14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F6E2-4094-A66A-4FD115371D36}"/>
              </c:ext>
            </c:extLst>
          </c:dPt>
          <c:dPt>
            <c:idx val="15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F6E2-4094-A66A-4FD115371D36}"/>
              </c:ext>
            </c:extLst>
          </c:dPt>
          <c:dPt>
            <c:idx val="16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F6E2-4094-A66A-4FD115371D36}"/>
              </c:ext>
            </c:extLst>
          </c:dPt>
          <c:dPt>
            <c:idx val="17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F6E2-4094-A66A-4FD115371D36}"/>
              </c:ext>
            </c:extLst>
          </c:dPt>
          <c:dLbls>
            <c:spPr>
              <a:solidFill>
                <a:schemeClr val="tx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'KPI''S'!$P$37:$P$60</c:f>
              <c:strCache>
                <c:ptCount val="23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0.08</c:v>
                </c:pt>
                <c:pt idx="4">
                  <c:v>0.1</c:v>
                </c:pt>
                <c:pt idx="5">
                  <c:v>0.12</c:v>
                </c:pt>
                <c:pt idx="6">
                  <c:v>0.14</c:v>
                </c:pt>
                <c:pt idx="7">
                  <c:v>0.16</c:v>
                </c:pt>
                <c:pt idx="8">
                  <c:v>0.18</c:v>
                </c:pt>
                <c:pt idx="9">
                  <c:v>0.2</c:v>
                </c:pt>
                <c:pt idx="10">
                  <c:v>0.22</c:v>
                </c:pt>
                <c:pt idx="11">
                  <c:v>0.24</c:v>
                </c:pt>
                <c:pt idx="12">
                  <c:v>0.26</c:v>
                </c:pt>
                <c:pt idx="13">
                  <c:v>0.28</c:v>
                </c:pt>
                <c:pt idx="14">
                  <c:v>0.3</c:v>
                </c:pt>
                <c:pt idx="15">
                  <c:v>0.32</c:v>
                </c:pt>
                <c:pt idx="16">
                  <c:v>0.34</c:v>
                </c:pt>
                <c:pt idx="17">
                  <c:v>0.36</c:v>
                </c:pt>
                <c:pt idx="18">
                  <c:v>0.38</c:v>
                </c:pt>
                <c:pt idx="19">
                  <c:v>0.4</c:v>
                </c:pt>
                <c:pt idx="20">
                  <c:v>0.42</c:v>
                </c:pt>
                <c:pt idx="21">
                  <c:v>0.44</c:v>
                </c:pt>
                <c:pt idx="22">
                  <c:v>0.46</c:v>
                </c:pt>
              </c:strCache>
            </c:strRef>
          </c:cat>
          <c:val>
            <c:numRef>
              <c:f>'KPI''S'!$Q$37:$Q$60</c:f>
              <c:numCache>
                <c:formatCode>General</c:formatCode>
                <c:ptCount val="23"/>
                <c:pt idx="0">
                  <c:v>168</c:v>
                </c:pt>
                <c:pt idx="1">
                  <c:v>387</c:v>
                </c:pt>
                <c:pt idx="2">
                  <c:v>608</c:v>
                </c:pt>
                <c:pt idx="3">
                  <c:v>357</c:v>
                </c:pt>
                <c:pt idx="4">
                  <c:v>1259</c:v>
                </c:pt>
                <c:pt idx="5">
                  <c:v>2104</c:v>
                </c:pt>
                <c:pt idx="6">
                  <c:v>4335</c:v>
                </c:pt>
                <c:pt idx="7">
                  <c:v>7003</c:v>
                </c:pt>
                <c:pt idx="8">
                  <c:v>4045</c:v>
                </c:pt>
                <c:pt idx="9">
                  <c:v>7926</c:v>
                </c:pt>
                <c:pt idx="10">
                  <c:v>7212</c:v>
                </c:pt>
                <c:pt idx="11">
                  <c:v>5965</c:v>
                </c:pt>
                <c:pt idx="12">
                  <c:v>3157</c:v>
                </c:pt>
                <c:pt idx="13">
                  <c:v>1958</c:v>
                </c:pt>
                <c:pt idx="14">
                  <c:v>3551</c:v>
                </c:pt>
                <c:pt idx="15">
                  <c:v>1966</c:v>
                </c:pt>
                <c:pt idx="16">
                  <c:v>2478</c:v>
                </c:pt>
                <c:pt idx="17">
                  <c:v>1341</c:v>
                </c:pt>
                <c:pt idx="18">
                  <c:v>521</c:v>
                </c:pt>
                <c:pt idx="19">
                  <c:v>985</c:v>
                </c:pt>
                <c:pt idx="20">
                  <c:v>519</c:v>
                </c:pt>
                <c:pt idx="21">
                  <c:v>194</c:v>
                </c:pt>
                <c:pt idx="22">
                  <c:v>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7-F6E2-4094-A66A-4FD115371D3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22225" cap="flat" cmpd="sng" algn="ctr">
              <a:solidFill>
                <a:schemeClr val="accent1"/>
              </a:solidFill>
              <a:round/>
            </a:ln>
            <a:effectLst/>
          </c:spPr>
        </c:dropLines>
        <c:upDownBars>
          <c:gapWidth val="160"/>
          <c:upBars>
            <c:spPr>
              <a:solidFill>
                <a:schemeClr val="lt1">
                  <a:lumMod val="95000"/>
                </a:schemeClr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  <a:effectLst/>
            </c:spPr>
          </c:upBars>
          <c:downBars>
            <c:spPr>
              <a:solidFill>
                <a:schemeClr val="dk1">
                  <a:lumMod val="35000"/>
                  <a:lumOff val="65000"/>
                </a:schemeClr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  <a:effectLst/>
            </c:spPr>
          </c:downBars>
        </c:upDownBars>
        <c:marker val="1"/>
        <c:smooth val="0"/>
        <c:axId val="939590464"/>
        <c:axId val="939591904"/>
      </c:lineChart>
      <c:catAx>
        <c:axId val="939590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solidFill>
            <a:schemeClr val="tx2"/>
          </a:solidFill>
          <a:ln>
            <a:noFill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1" i="0" u="none" strike="noStrike" kern="1200" spc="30" baseline="0">
                <a:solidFill>
                  <a:sysClr val="windowText" lastClr="000000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pPr>
            <a:endParaRPr lang="en-US"/>
          </a:p>
        </c:txPr>
        <c:crossAx val="939591904"/>
        <c:crosses val="autoZero"/>
        <c:auto val="1"/>
        <c:lblAlgn val="ctr"/>
        <c:lblOffset val="100"/>
        <c:noMultiLvlLbl val="0"/>
      </c:catAx>
      <c:valAx>
        <c:axId val="93959190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39590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/>
  </c:chart>
  <c:spPr>
    <a:solidFill>
      <a:schemeClr val="accent3">
        <a:lumMod val="20000"/>
        <a:lumOff val="80000"/>
      </a:schemeClr>
    </a:solidFill>
    <a:ln w="0" cap="flat" cmpd="dbl" algn="ctr">
      <a:solidFill>
        <a:schemeClr val="lt1">
          <a:lumMod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project.xlsx]KPI'S!PivotTable16</c:name>
    <c:fmtId val="21"/>
  </c:pivotSource>
  <c:chart>
    <c:autoTitleDeleted val="1"/>
    <c:pivotFmts>
      <c:pivotFmt>
        <c:idx val="0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'KPI''S'!$BH$6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 Rounded MT Bold" panose="020F0704030504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'KPI''S'!$BG$7:$BG$38</c:f>
              <c:strCache>
                <c:ptCount val="31"/>
                <c:pt idx="0">
                  <c:v>0</c:v>
                </c:pt>
                <c:pt idx="1">
                  <c:v>0.0152</c:v>
                </c:pt>
                <c:pt idx="2">
                  <c:v>0.0303</c:v>
                </c:pt>
                <c:pt idx="3">
                  <c:v>0.0455</c:v>
                </c:pt>
                <c:pt idx="4">
                  <c:v>0.0606</c:v>
                </c:pt>
                <c:pt idx="5">
                  <c:v>0.0758</c:v>
                </c:pt>
                <c:pt idx="6">
                  <c:v>0.0909</c:v>
                </c:pt>
                <c:pt idx="7">
                  <c:v>0.1061</c:v>
                </c:pt>
                <c:pt idx="8">
                  <c:v>0.1212</c:v>
                </c:pt>
                <c:pt idx="9">
                  <c:v>0.1364</c:v>
                </c:pt>
                <c:pt idx="10">
                  <c:v>0.1515</c:v>
                </c:pt>
                <c:pt idx="11">
                  <c:v>0.1667</c:v>
                </c:pt>
                <c:pt idx="12">
                  <c:v>0.1818</c:v>
                </c:pt>
                <c:pt idx="13">
                  <c:v>0.197</c:v>
                </c:pt>
                <c:pt idx="14">
                  <c:v>0.2121</c:v>
                </c:pt>
                <c:pt idx="15">
                  <c:v>0.2273</c:v>
                </c:pt>
                <c:pt idx="16">
                  <c:v>0.2424</c:v>
                </c:pt>
                <c:pt idx="17">
                  <c:v>0.2575</c:v>
                </c:pt>
                <c:pt idx="18">
                  <c:v>0.2576</c:v>
                </c:pt>
                <c:pt idx="19">
                  <c:v>0.2727</c:v>
                </c:pt>
                <c:pt idx="20">
                  <c:v>0.2879</c:v>
                </c:pt>
                <c:pt idx="21">
                  <c:v>0.303</c:v>
                </c:pt>
                <c:pt idx="22">
                  <c:v>0.3182</c:v>
                </c:pt>
                <c:pt idx="23">
                  <c:v>0.3333</c:v>
                </c:pt>
                <c:pt idx="24">
                  <c:v>0.3485</c:v>
                </c:pt>
                <c:pt idx="25">
                  <c:v>0.3636</c:v>
                </c:pt>
                <c:pt idx="26">
                  <c:v>0.3939</c:v>
                </c:pt>
                <c:pt idx="27">
                  <c:v>0.4091</c:v>
                </c:pt>
                <c:pt idx="28">
                  <c:v>0.4242</c:v>
                </c:pt>
                <c:pt idx="29">
                  <c:v>0.4394</c:v>
                </c:pt>
                <c:pt idx="30">
                  <c:v>0.4545</c:v>
                </c:pt>
              </c:strCache>
            </c:strRef>
          </c:cat>
          <c:val>
            <c:numRef>
              <c:f>'KPI''S'!$BH$7:$BH$38</c:f>
              <c:numCache>
                <c:formatCode>General</c:formatCode>
                <c:ptCount val="31"/>
                <c:pt idx="0">
                  <c:v>39</c:v>
                </c:pt>
                <c:pt idx="1">
                  <c:v>11</c:v>
                </c:pt>
                <c:pt idx="2">
                  <c:v>108</c:v>
                </c:pt>
                <c:pt idx="3">
                  <c:v>28</c:v>
                </c:pt>
                <c:pt idx="4">
                  <c:v>155</c:v>
                </c:pt>
                <c:pt idx="5">
                  <c:v>683</c:v>
                </c:pt>
                <c:pt idx="6">
                  <c:v>101</c:v>
                </c:pt>
                <c:pt idx="7">
                  <c:v>1084</c:v>
                </c:pt>
                <c:pt idx="8">
                  <c:v>3000</c:v>
                </c:pt>
                <c:pt idx="9">
                  <c:v>3452</c:v>
                </c:pt>
                <c:pt idx="10">
                  <c:v>3633</c:v>
                </c:pt>
                <c:pt idx="11">
                  <c:v>2118</c:v>
                </c:pt>
                <c:pt idx="12">
                  <c:v>4658</c:v>
                </c:pt>
                <c:pt idx="13">
                  <c:v>5257</c:v>
                </c:pt>
                <c:pt idx="14">
                  <c:v>4592</c:v>
                </c:pt>
                <c:pt idx="15">
                  <c:v>7009</c:v>
                </c:pt>
                <c:pt idx="16">
                  <c:v>2903</c:v>
                </c:pt>
                <c:pt idx="17">
                  <c:v>338</c:v>
                </c:pt>
                <c:pt idx="18">
                  <c:v>3919</c:v>
                </c:pt>
                <c:pt idx="19">
                  <c:v>2542</c:v>
                </c:pt>
                <c:pt idx="20">
                  <c:v>2515</c:v>
                </c:pt>
                <c:pt idx="21">
                  <c:v>1696</c:v>
                </c:pt>
                <c:pt idx="22">
                  <c:v>2182</c:v>
                </c:pt>
                <c:pt idx="23">
                  <c:v>2271</c:v>
                </c:pt>
                <c:pt idx="24">
                  <c:v>1228</c:v>
                </c:pt>
                <c:pt idx="25">
                  <c:v>427</c:v>
                </c:pt>
                <c:pt idx="26">
                  <c:v>501</c:v>
                </c:pt>
                <c:pt idx="27">
                  <c:v>985</c:v>
                </c:pt>
                <c:pt idx="28">
                  <c:v>519</c:v>
                </c:pt>
                <c:pt idx="29">
                  <c:v>127</c:v>
                </c:pt>
                <c:pt idx="30">
                  <c:v>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2-4FB0-B053-C5E2D7AD2C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126151712"/>
        <c:axId val="2126152192"/>
        <c:axId val="1512652144"/>
      </c:bar3DChart>
      <c:catAx>
        <c:axId val="21261517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126152192"/>
        <c:crosses val="autoZero"/>
        <c:auto val="1"/>
        <c:lblAlgn val="ctr"/>
        <c:lblOffset val="100"/>
        <c:noMultiLvlLbl val="0"/>
      </c:catAx>
      <c:valAx>
        <c:axId val="2126152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126151712"/>
        <c:crosses val="autoZero"/>
        <c:crossBetween val="between"/>
      </c:valAx>
      <c:serAx>
        <c:axId val="1512652144"/>
        <c:scaling>
          <c:orientation val="minMax"/>
        </c:scaling>
        <c:delete val="1"/>
        <c:axPos val="b"/>
        <c:majorTickMark val="out"/>
        <c:minorTickMark val="none"/>
        <c:tickLblPos val="nextTo"/>
        <c:crossAx val="2126152192"/>
        <c:crosses val="autoZero"/>
      </c:ser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project.xlsx]KPI'S!PivotTable15</c:name>
    <c:fmtId val="19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'KPI''S'!$AT$34</c:f>
              <c:strCache>
                <c:ptCount val="1"/>
                <c:pt idx="0">
                  <c:v>Sum of Casual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'KPI''S'!$AS$35:$AS$99</c:f>
              <c:strCache>
                <c:ptCount val="64"/>
                <c:pt idx="0">
                  <c:v>0.21</c:v>
                </c:pt>
                <c:pt idx="1">
                  <c:v>0.24</c:v>
                </c:pt>
                <c:pt idx="2">
                  <c:v>0.25</c:v>
                </c:pt>
                <c:pt idx="3">
                  <c:v>0.26</c:v>
                </c:pt>
                <c:pt idx="4">
                  <c:v>0.27</c:v>
                </c:pt>
                <c:pt idx="5">
                  <c:v>0.28</c:v>
                </c:pt>
                <c:pt idx="6">
                  <c:v>0.29</c:v>
                </c:pt>
                <c:pt idx="7">
                  <c:v>0.3</c:v>
                </c:pt>
                <c:pt idx="8">
                  <c:v>0.31</c:v>
                </c:pt>
                <c:pt idx="9">
                  <c:v>0.32</c:v>
                </c:pt>
                <c:pt idx="10">
                  <c:v>0.33</c:v>
                </c:pt>
                <c:pt idx="11">
                  <c:v>0.34</c:v>
                </c:pt>
                <c:pt idx="12">
                  <c:v>0.35</c:v>
                </c:pt>
                <c:pt idx="13">
                  <c:v>0.36</c:v>
                </c:pt>
                <c:pt idx="14">
                  <c:v>0.37</c:v>
                </c:pt>
                <c:pt idx="15">
                  <c:v>0.38</c:v>
                </c:pt>
                <c:pt idx="16">
                  <c:v>0.39</c:v>
                </c:pt>
                <c:pt idx="17">
                  <c:v>0.4</c:v>
                </c:pt>
                <c:pt idx="18">
                  <c:v>0.41</c:v>
                </c:pt>
                <c:pt idx="19">
                  <c:v>0.42</c:v>
                </c:pt>
                <c:pt idx="20">
                  <c:v>0.43</c:v>
                </c:pt>
                <c:pt idx="21">
                  <c:v>0.44</c:v>
                </c:pt>
                <c:pt idx="22">
                  <c:v>0.45</c:v>
                </c:pt>
                <c:pt idx="23">
                  <c:v>0.46</c:v>
                </c:pt>
                <c:pt idx="24">
                  <c:v>0.47</c:v>
                </c:pt>
                <c:pt idx="25">
                  <c:v>0.48</c:v>
                </c:pt>
                <c:pt idx="26">
                  <c:v>0.49</c:v>
                </c:pt>
                <c:pt idx="27">
                  <c:v>0.5</c:v>
                </c:pt>
                <c:pt idx="28">
                  <c:v>0.51</c:v>
                </c:pt>
                <c:pt idx="29">
                  <c:v>0.52</c:v>
                </c:pt>
                <c:pt idx="30">
                  <c:v>0.53</c:v>
                </c:pt>
                <c:pt idx="31">
                  <c:v>0.54</c:v>
                </c:pt>
                <c:pt idx="32">
                  <c:v>0.55</c:v>
                </c:pt>
                <c:pt idx="33">
                  <c:v>0.56</c:v>
                </c:pt>
                <c:pt idx="34">
                  <c:v>0.57</c:v>
                </c:pt>
                <c:pt idx="35">
                  <c:v>0.58</c:v>
                </c:pt>
                <c:pt idx="36">
                  <c:v>0.59</c:v>
                </c:pt>
                <c:pt idx="37">
                  <c:v>0.6</c:v>
                </c:pt>
                <c:pt idx="38">
                  <c:v>0.61</c:v>
                </c:pt>
                <c:pt idx="39">
                  <c:v>0.62</c:v>
                </c:pt>
                <c:pt idx="40">
                  <c:v>0.63</c:v>
                </c:pt>
                <c:pt idx="41">
                  <c:v>0.64</c:v>
                </c:pt>
                <c:pt idx="42">
                  <c:v>0.65</c:v>
                </c:pt>
                <c:pt idx="43">
                  <c:v>0.66</c:v>
                </c:pt>
                <c:pt idx="44">
                  <c:v>0.68</c:v>
                </c:pt>
                <c:pt idx="45">
                  <c:v>0.69</c:v>
                </c:pt>
                <c:pt idx="46">
                  <c:v>0.7</c:v>
                </c:pt>
                <c:pt idx="47">
                  <c:v>0.71</c:v>
                </c:pt>
                <c:pt idx="48">
                  <c:v>0.72</c:v>
                </c:pt>
                <c:pt idx="49">
                  <c:v>0.73</c:v>
                </c:pt>
                <c:pt idx="50">
                  <c:v>0.74</c:v>
                </c:pt>
                <c:pt idx="51">
                  <c:v>0.75</c:v>
                </c:pt>
                <c:pt idx="52">
                  <c:v>0.76</c:v>
                </c:pt>
                <c:pt idx="53">
                  <c:v>0.77</c:v>
                </c:pt>
                <c:pt idx="54">
                  <c:v>0.8</c:v>
                </c:pt>
                <c:pt idx="55">
                  <c:v>0.81</c:v>
                </c:pt>
                <c:pt idx="56">
                  <c:v>0.82</c:v>
                </c:pt>
                <c:pt idx="57">
                  <c:v>0.86</c:v>
                </c:pt>
                <c:pt idx="58">
                  <c:v>0.87</c:v>
                </c:pt>
                <c:pt idx="59">
                  <c:v>0.88</c:v>
                </c:pt>
                <c:pt idx="60">
                  <c:v>0.92</c:v>
                </c:pt>
                <c:pt idx="61">
                  <c:v>0.93</c:v>
                </c:pt>
                <c:pt idx="62">
                  <c:v>0.94</c:v>
                </c:pt>
                <c:pt idx="63">
                  <c:v>1</c:v>
                </c:pt>
              </c:strCache>
            </c:strRef>
          </c:cat>
          <c:val>
            <c:numRef>
              <c:f>'KPI''S'!$AT$35:$AT$99</c:f>
              <c:numCache>
                <c:formatCode>General</c:formatCode>
                <c:ptCount val="64"/>
                <c:pt idx="0">
                  <c:v>20</c:v>
                </c:pt>
                <c:pt idx="1">
                  <c:v>18</c:v>
                </c:pt>
                <c:pt idx="2">
                  <c:v>6</c:v>
                </c:pt>
                <c:pt idx="3">
                  <c:v>41</c:v>
                </c:pt>
                <c:pt idx="4">
                  <c:v>21</c:v>
                </c:pt>
                <c:pt idx="5">
                  <c:v>206</c:v>
                </c:pt>
                <c:pt idx="6">
                  <c:v>162</c:v>
                </c:pt>
                <c:pt idx="7">
                  <c:v>156</c:v>
                </c:pt>
                <c:pt idx="8">
                  <c:v>58</c:v>
                </c:pt>
                <c:pt idx="9">
                  <c:v>116</c:v>
                </c:pt>
                <c:pt idx="10">
                  <c:v>59</c:v>
                </c:pt>
                <c:pt idx="11">
                  <c:v>70</c:v>
                </c:pt>
                <c:pt idx="12">
                  <c:v>156</c:v>
                </c:pt>
                <c:pt idx="13">
                  <c:v>113</c:v>
                </c:pt>
                <c:pt idx="14">
                  <c:v>157</c:v>
                </c:pt>
                <c:pt idx="15">
                  <c:v>146</c:v>
                </c:pt>
                <c:pt idx="16">
                  <c:v>158</c:v>
                </c:pt>
                <c:pt idx="17">
                  <c:v>125</c:v>
                </c:pt>
                <c:pt idx="18">
                  <c:v>94</c:v>
                </c:pt>
                <c:pt idx="19">
                  <c:v>80</c:v>
                </c:pt>
                <c:pt idx="20">
                  <c:v>75</c:v>
                </c:pt>
                <c:pt idx="21">
                  <c:v>76</c:v>
                </c:pt>
                <c:pt idx="22">
                  <c:v>114</c:v>
                </c:pt>
                <c:pt idx="23">
                  <c:v>250</c:v>
                </c:pt>
                <c:pt idx="24">
                  <c:v>192</c:v>
                </c:pt>
                <c:pt idx="25">
                  <c:v>58</c:v>
                </c:pt>
                <c:pt idx="26">
                  <c:v>140</c:v>
                </c:pt>
                <c:pt idx="27">
                  <c:v>57</c:v>
                </c:pt>
                <c:pt idx="28">
                  <c:v>129</c:v>
                </c:pt>
                <c:pt idx="29">
                  <c:v>68</c:v>
                </c:pt>
                <c:pt idx="30">
                  <c:v>8</c:v>
                </c:pt>
                <c:pt idx="31">
                  <c:v>18</c:v>
                </c:pt>
                <c:pt idx="32">
                  <c:v>90</c:v>
                </c:pt>
                <c:pt idx="33">
                  <c:v>167</c:v>
                </c:pt>
                <c:pt idx="34">
                  <c:v>57</c:v>
                </c:pt>
                <c:pt idx="35">
                  <c:v>18</c:v>
                </c:pt>
                <c:pt idx="36">
                  <c:v>91</c:v>
                </c:pt>
                <c:pt idx="37">
                  <c:v>85</c:v>
                </c:pt>
                <c:pt idx="38">
                  <c:v>45</c:v>
                </c:pt>
                <c:pt idx="39">
                  <c:v>24</c:v>
                </c:pt>
                <c:pt idx="40">
                  <c:v>12</c:v>
                </c:pt>
                <c:pt idx="41">
                  <c:v>65</c:v>
                </c:pt>
                <c:pt idx="42">
                  <c:v>93</c:v>
                </c:pt>
                <c:pt idx="43">
                  <c:v>36</c:v>
                </c:pt>
                <c:pt idx="44">
                  <c:v>3</c:v>
                </c:pt>
                <c:pt idx="45">
                  <c:v>116</c:v>
                </c:pt>
                <c:pt idx="46">
                  <c:v>38</c:v>
                </c:pt>
                <c:pt idx="47">
                  <c:v>33</c:v>
                </c:pt>
                <c:pt idx="48">
                  <c:v>82</c:v>
                </c:pt>
                <c:pt idx="49">
                  <c:v>1</c:v>
                </c:pt>
                <c:pt idx="50">
                  <c:v>37</c:v>
                </c:pt>
                <c:pt idx="51">
                  <c:v>53</c:v>
                </c:pt>
                <c:pt idx="52">
                  <c:v>35</c:v>
                </c:pt>
                <c:pt idx="53">
                  <c:v>69</c:v>
                </c:pt>
                <c:pt idx="54">
                  <c:v>93</c:v>
                </c:pt>
                <c:pt idx="55">
                  <c:v>75</c:v>
                </c:pt>
                <c:pt idx="56">
                  <c:v>59</c:v>
                </c:pt>
                <c:pt idx="57">
                  <c:v>44</c:v>
                </c:pt>
                <c:pt idx="58">
                  <c:v>45</c:v>
                </c:pt>
                <c:pt idx="59">
                  <c:v>34</c:v>
                </c:pt>
                <c:pt idx="60">
                  <c:v>1</c:v>
                </c:pt>
                <c:pt idx="61">
                  <c:v>79</c:v>
                </c:pt>
                <c:pt idx="62">
                  <c:v>16</c:v>
                </c:pt>
                <c:pt idx="63">
                  <c:v>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4E-43BC-8330-010EFDEB4791}"/>
            </c:ext>
          </c:extLst>
        </c:ser>
        <c:ser>
          <c:idx val="1"/>
          <c:order val="1"/>
          <c:tx>
            <c:strRef>
              <c:f>'KPI''S'!$AU$34</c:f>
              <c:strCache>
                <c:ptCount val="1"/>
                <c:pt idx="0">
                  <c:v>Sum of Registered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'KPI''S'!$AS$35:$AS$99</c:f>
              <c:strCache>
                <c:ptCount val="64"/>
                <c:pt idx="0">
                  <c:v>0.21</c:v>
                </c:pt>
                <c:pt idx="1">
                  <c:v>0.24</c:v>
                </c:pt>
                <c:pt idx="2">
                  <c:v>0.25</c:v>
                </c:pt>
                <c:pt idx="3">
                  <c:v>0.26</c:v>
                </c:pt>
                <c:pt idx="4">
                  <c:v>0.27</c:v>
                </c:pt>
                <c:pt idx="5">
                  <c:v>0.28</c:v>
                </c:pt>
                <c:pt idx="6">
                  <c:v>0.29</c:v>
                </c:pt>
                <c:pt idx="7">
                  <c:v>0.3</c:v>
                </c:pt>
                <c:pt idx="8">
                  <c:v>0.31</c:v>
                </c:pt>
                <c:pt idx="9">
                  <c:v>0.32</c:v>
                </c:pt>
                <c:pt idx="10">
                  <c:v>0.33</c:v>
                </c:pt>
                <c:pt idx="11">
                  <c:v>0.34</c:v>
                </c:pt>
                <c:pt idx="12">
                  <c:v>0.35</c:v>
                </c:pt>
                <c:pt idx="13">
                  <c:v>0.36</c:v>
                </c:pt>
                <c:pt idx="14">
                  <c:v>0.37</c:v>
                </c:pt>
                <c:pt idx="15">
                  <c:v>0.38</c:v>
                </c:pt>
                <c:pt idx="16">
                  <c:v>0.39</c:v>
                </c:pt>
                <c:pt idx="17">
                  <c:v>0.4</c:v>
                </c:pt>
                <c:pt idx="18">
                  <c:v>0.41</c:v>
                </c:pt>
                <c:pt idx="19">
                  <c:v>0.42</c:v>
                </c:pt>
                <c:pt idx="20">
                  <c:v>0.43</c:v>
                </c:pt>
                <c:pt idx="21">
                  <c:v>0.44</c:v>
                </c:pt>
                <c:pt idx="22">
                  <c:v>0.45</c:v>
                </c:pt>
                <c:pt idx="23">
                  <c:v>0.46</c:v>
                </c:pt>
                <c:pt idx="24">
                  <c:v>0.47</c:v>
                </c:pt>
                <c:pt idx="25">
                  <c:v>0.48</c:v>
                </c:pt>
                <c:pt idx="26">
                  <c:v>0.49</c:v>
                </c:pt>
                <c:pt idx="27">
                  <c:v>0.5</c:v>
                </c:pt>
                <c:pt idx="28">
                  <c:v>0.51</c:v>
                </c:pt>
                <c:pt idx="29">
                  <c:v>0.52</c:v>
                </c:pt>
                <c:pt idx="30">
                  <c:v>0.53</c:v>
                </c:pt>
                <c:pt idx="31">
                  <c:v>0.54</c:v>
                </c:pt>
                <c:pt idx="32">
                  <c:v>0.55</c:v>
                </c:pt>
                <c:pt idx="33">
                  <c:v>0.56</c:v>
                </c:pt>
                <c:pt idx="34">
                  <c:v>0.57</c:v>
                </c:pt>
                <c:pt idx="35">
                  <c:v>0.58</c:v>
                </c:pt>
                <c:pt idx="36">
                  <c:v>0.59</c:v>
                </c:pt>
                <c:pt idx="37">
                  <c:v>0.6</c:v>
                </c:pt>
                <c:pt idx="38">
                  <c:v>0.61</c:v>
                </c:pt>
                <c:pt idx="39">
                  <c:v>0.62</c:v>
                </c:pt>
                <c:pt idx="40">
                  <c:v>0.63</c:v>
                </c:pt>
                <c:pt idx="41">
                  <c:v>0.64</c:v>
                </c:pt>
                <c:pt idx="42">
                  <c:v>0.65</c:v>
                </c:pt>
                <c:pt idx="43">
                  <c:v>0.66</c:v>
                </c:pt>
                <c:pt idx="44">
                  <c:v>0.68</c:v>
                </c:pt>
                <c:pt idx="45">
                  <c:v>0.69</c:v>
                </c:pt>
                <c:pt idx="46">
                  <c:v>0.7</c:v>
                </c:pt>
                <c:pt idx="47">
                  <c:v>0.71</c:v>
                </c:pt>
                <c:pt idx="48">
                  <c:v>0.72</c:v>
                </c:pt>
                <c:pt idx="49">
                  <c:v>0.73</c:v>
                </c:pt>
                <c:pt idx="50">
                  <c:v>0.74</c:v>
                </c:pt>
                <c:pt idx="51">
                  <c:v>0.75</c:v>
                </c:pt>
                <c:pt idx="52">
                  <c:v>0.76</c:v>
                </c:pt>
                <c:pt idx="53">
                  <c:v>0.77</c:v>
                </c:pt>
                <c:pt idx="54">
                  <c:v>0.8</c:v>
                </c:pt>
                <c:pt idx="55">
                  <c:v>0.81</c:v>
                </c:pt>
                <c:pt idx="56">
                  <c:v>0.82</c:v>
                </c:pt>
                <c:pt idx="57">
                  <c:v>0.86</c:v>
                </c:pt>
                <c:pt idx="58">
                  <c:v>0.87</c:v>
                </c:pt>
                <c:pt idx="59">
                  <c:v>0.88</c:v>
                </c:pt>
                <c:pt idx="60">
                  <c:v>0.92</c:v>
                </c:pt>
                <c:pt idx="61">
                  <c:v>0.93</c:v>
                </c:pt>
                <c:pt idx="62">
                  <c:v>0.94</c:v>
                </c:pt>
                <c:pt idx="63">
                  <c:v>1</c:v>
                </c:pt>
              </c:strCache>
            </c:strRef>
          </c:cat>
          <c:val>
            <c:numRef>
              <c:f>'KPI''S'!$AU$35:$AU$99</c:f>
              <c:numCache>
                <c:formatCode>General</c:formatCode>
                <c:ptCount val="64"/>
                <c:pt idx="0">
                  <c:v>127</c:v>
                </c:pt>
                <c:pt idx="1">
                  <c:v>193</c:v>
                </c:pt>
                <c:pt idx="2">
                  <c:v>106</c:v>
                </c:pt>
                <c:pt idx="3">
                  <c:v>490</c:v>
                </c:pt>
                <c:pt idx="4">
                  <c:v>185</c:v>
                </c:pt>
                <c:pt idx="5">
                  <c:v>1552</c:v>
                </c:pt>
                <c:pt idx="6">
                  <c:v>449</c:v>
                </c:pt>
                <c:pt idx="7">
                  <c:v>935</c:v>
                </c:pt>
                <c:pt idx="8">
                  <c:v>296</c:v>
                </c:pt>
                <c:pt idx="9">
                  <c:v>907</c:v>
                </c:pt>
                <c:pt idx="10">
                  <c:v>477</c:v>
                </c:pt>
                <c:pt idx="11">
                  <c:v>582</c:v>
                </c:pt>
                <c:pt idx="12">
                  <c:v>983</c:v>
                </c:pt>
                <c:pt idx="13">
                  <c:v>557</c:v>
                </c:pt>
                <c:pt idx="14">
                  <c:v>1414</c:v>
                </c:pt>
                <c:pt idx="15">
                  <c:v>1352</c:v>
                </c:pt>
                <c:pt idx="16">
                  <c:v>926</c:v>
                </c:pt>
                <c:pt idx="17">
                  <c:v>2350</c:v>
                </c:pt>
                <c:pt idx="18">
                  <c:v>1008</c:v>
                </c:pt>
                <c:pt idx="19">
                  <c:v>1071</c:v>
                </c:pt>
                <c:pt idx="20">
                  <c:v>734</c:v>
                </c:pt>
                <c:pt idx="21">
                  <c:v>680</c:v>
                </c:pt>
                <c:pt idx="22">
                  <c:v>1020</c:v>
                </c:pt>
                <c:pt idx="23">
                  <c:v>1075</c:v>
                </c:pt>
                <c:pt idx="24">
                  <c:v>3023</c:v>
                </c:pt>
                <c:pt idx="25">
                  <c:v>1009</c:v>
                </c:pt>
                <c:pt idx="26">
                  <c:v>1413</c:v>
                </c:pt>
                <c:pt idx="27">
                  <c:v>1898</c:v>
                </c:pt>
                <c:pt idx="28">
                  <c:v>2055</c:v>
                </c:pt>
                <c:pt idx="29">
                  <c:v>611</c:v>
                </c:pt>
                <c:pt idx="30">
                  <c:v>195</c:v>
                </c:pt>
                <c:pt idx="31">
                  <c:v>422</c:v>
                </c:pt>
                <c:pt idx="32">
                  <c:v>1931</c:v>
                </c:pt>
                <c:pt idx="33">
                  <c:v>1539</c:v>
                </c:pt>
                <c:pt idx="34">
                  <c:v>627</c:v>
                </c:pt>
                <c:pt idx="35">
                  <c:v>163</c:v>
                </c:pt>
                <c:pt idx="36">
                  <c:v>2477</c:v>
                </c:pt>
                <c:pt idx="37">
                  <c:v>908</c:v>
                </c:pt>
                <c:pt idx="38">
                  <c:v>480</c:v>
                </c:pt>
                <c:pt idx="39">
                  <c:v>162</c:v>
                </c:pt>
                <c:pt idx="40">
                  <c:v>170</c:v>
                </c:pt>
                <c:pt idx="41">
                  <c:v>938</c:v>
                </c:pt>
                <c:pt idx="42">
                  <c:v>1021</c:v>
                </c:pt>
                <c:pt idx="43">
                  <c:v>307</c:v>
                </c:pt>
                <c:pt idx="44">
                  <c:v>183</c:v>
                </c:pt>
                <c:pt idx="45">
                  <c:v>1268</c:v>
                </c:pt>
                <c:pt idx="46">
                  <c:v>801</c:v>
                </c:pt>
                <c:pt idx="47">
                  <c:v>224</c:v>
                </c:pt>
                <c:pt idx="48">
                  <c:v>118</c:v>
                </c:pt>
                <c:pt idx="49">
                  <c:v>73</c:v>
                </c:pt>
                <c:pt idx="50">
                  <c:v>1363</c:v>
                </c:pt>
                <c:pt idx="51">
                  <c:v>851</c:v>
                </c:pt>
                <c:pt idx="52">
                  <c:v>171</c:v>
                </c:pt>
                <c:pt idx="53">
                  <c:v>127</c:v>
                </c:pt>
                <c:pt idx="54">
                  <c:v>1235</c:v>
                </c:pt>
                <c:pt idx="55">
                  <c:v>534</c:v>
                </c:pt>
                <c:pt idx="56">
                  <c:v>289</c:v>
                </c:pt>
                <c:pt idx="57">
                  <c:v>1265</c:v>
                </c:pt>
                <c:pt idx="58">
                  <c:v>674</c:v>
                </c:pt>
                <c:pt idx="59">
                  <c:v>94</c:v>
                </c:pt>
                <c:pt idx="60">
                  <c:v>89</c:v>
                </c:pt>
                <c:pt idx="61">
                  <c:v>2378</c:v>
                </c:pt>
                <c:pt idx="62">
                  <c:v>38</c:v>
                </c:pt>
                <c:pt idx="63">
                  <c:v>790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4E-43BC-8330-010EFDEB4791}"/>
            </c:ext>
          </c:extLst>
        </c:ser>
        <c:ser>
          <c:idx val="2"/>
          <c:order val="2"/>
          <c:tx>
            <c:strRef>
              <c:f>'KPI''S'!$AV$34</c:f>
              <c:strCache>
                <c:ptCount val="1"/>
                <c:pt idx="0">
                  <c:v>Sum of Count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'KPI''S'!$AS$35:$AS$99</c:f>
              <c:strCache>
                <c:ptCount val="64"/>
                <c:pt idx="0">
                  <c:v>0.21</c:v>
                </c:pt>
                <c:pt idx="1">
                  <c:v>0.24</c:v>
                </c:pt>
                <c:pt idx="2">
                  <c:v>0.25</c:v>
                </c:pt>
                <c:pt idx="3">
                  <c:v>0.26</c:v>
                </c:pt>
                <c:pt idx="4">
                  <c:v>0.27</c:v>
                </c:pt>
                <c:pt idx="5">
                  <c:v>0.28</c:v>
                </c:pt>
                <c:pt idx="6">
                  <c:v>0.29</c:v>
                </c:pt>
                <c:pt idx="7">
                  <c:v>0.3</c:v>
                </c:pt>
                <c:pt idx="8">
                  <c:v>0.31</c:v>
                </c:pt>
                <c:pt idx="9">
                  <c:v>0.32</c:v>
                </c:pt>
                <c:pt idx="10">
                  <c:v>0.33</c:v>
                </c:pt>
                <c:pt idx="11">
                  <c:v>0.34</c:v>
                </c:pt>
                <c:pt idx="12">
                  <c:v>0.35</c:v>
                </c:pt>
                <c:pt idx="13">
                  <c:v>0.36</c:v>
                </c:pt>
                <c:pt idx="14">
                  <c:v>0.37</c:v>
                </c:pt>
                <c:pt idx="15">
                  <c:v>0.38</c:v>
                </c:pt>
                <c:pt idx="16">
                  <c:v>0.39</c:v>
                </c:pt>
                <c:pt idx="17">
                  <c:v>0.4</c:v>
                </c:pt>
                <c:pt idx="18">
                  <c:v>0.41</c:v>
                </c:pt>
                <c:pt idx="19">
                  <c:v>0.42</c:v>
                </c:pt>
                <c:pt idx="20">
                  <c:v>0.43</c:v>
                </c:pt>
                <c:pt idx="21">
                  <c:v>0.44</c:v>
                </c:pt>
                <c:pt idx="22">
                  <c:v>0.45</c:v>
                </c:pt>
                <c:pt idx="23">
                  <c:v>0.46</c:v>
                </c:pt>
                <c:pt idx="24">
                  <c:v>0.47</c:v>
                </c:pt>
                <c:pt idx="25">
                  <c:v>0.48</c:v>
                </c:pt>
                <c:pt idx="26">
                  <c:v>0.49</c:v>
                </c:pt>
                <c:pt idx="27">
                  <c:v>0.5</c:v>
                </c:pt>
                <c:pt idx="28">
                  <c:v>0.51</c:v>
                </c:pt>
                <c:pt idx="29">
                  <c:v>0.52</c:v>
                </c:pt>
                <c:pt idx="30">
                  <c:v>0.53</c:v>
                </c:pt>
                <c:pt idx="31">
                  <c:v>0.54</c:v>
                </c:pt>
                <c:pt idx="32">
                  <c:v>0.55</c:v>
                </c:pt>
                <c:pt idx="33">
                  <c:v>0.56</c:v>
                </c:pt>
                <c:pt idx="34">
                  <c:v>0.57</c:v>
                </c:pt>
                <c:pt idx="35">
                  <c:v>0.58</c:v>
                </c:pt>
                <c:pt idx="36">
                  <c:v>0.59</c:v>
                </c:pt>
                <c:pt idx="37">
                  <c:v>0.6</c:v>
                </c:pt>
                <c:pt idx="38">
                  <c:v>0.61</c:v>
                </c:pt>
                <c:pt idx="39">
                  <c:v>0.62</c:v>
                </c:pt>
                <c:pt idx="40">
                  <c:v>0.63</c:v>
                </c:pt>
                <c:pt idx="41">
                  <c:v>0.64</c:v>
                </c:pt>
                <c:pt idx="42">
                  <c:v>0.65</c:v>
                </c:pt>
                <c:pt idx="43">
                  <c:v>0.66</c:v>
                </c:pt>
                <c:pt idx="44">
                  <c:v>0.68</c:v>
                </c:pt>
                <c:pt idx="45">
                  <c:v>0.69</c:v>
                </c:pt>
                <c:pt idx="46">
                  <c:v>0.7</c:v>
                </c:pt>
                <c:pt idx="47">
                  <c:v>0.71</c:v>
                </c:pt>
                <c:pt idx="48">
                  <c:v>0.72</c:v>
                </c:pt>
                <c:pt idx="49">
                  <c:v>0.73</c:v>
                </c:pt>
                <c:pt idx="50">
                  <c:v>0.74</c:v>
                </c:pt>
                <c:pt idx="51">
                  <c:v>0.75</c:v>
                </c:pt>
                <c:pt idx="52">
                  <c:v>0.76</c:v>
                </c:pt>
                <c:pt idx="53">
                  <c:v>0.77</c:v>
                </c:pt>
                <c:pt idx="54">
                  <c:v>0.8</c:v>
                </c:pt>
                <c:pt idx="55">
                  <c:v>0.81</c:v>
                </c:pt>
                <c:pt idx="56">
                  <c:v>0.82</c:v>
                </c:pt>
                <c:pt idx="57">
                  <c:v>0.86</c:v>
                </c:pt>
                <c:pt idx="58">
                  <c:v>0.87</c:v>
                </c:pt>
                <c:pt idx="59">
                  <c:v>0.88</c:v>
                </c:pt>
                <c:pt idx="60">
                  <c:v>0.92</c:v>
                </c:pt>
                <c:pt idx="61">
                  <c:v>0.93</c:v>
                </c:pt>
                <c:pt idx="62">
                  <c:v>0.94</c:v>
                </c:pt>
                <c:pt idx="63">
                  <c:v>1</c:v>
                </c:pt>
              </c:strCache>
            </c:strRef>
          </c:cat>
          <c:val>
            <c:numRef>
              <c:f>'KPI''S'!$AV$35:$AV$99</c:f>
              <c:numCache>
                <c:formatCode>General</c:formatCode>
                <c:ptCount val="64"/>
                <c:pt idx="0">
                  <c:v>147</c:v>
                </c:pt>
                <c:pt idx="1">
                  <c:v>211</c:v>
                </c:pt>
                <c:pt idx="2">
                  <c:v>112</c:v>
                </c:pt>
                <c:pt idx="3">
                  <c:v>531</c:v>
                </c:pt>
                <c:pt idx="4">
                  <c:v>206</c:v>
                </c:pt>
                <c:pt idx="5">
                  <c:v>1758</c:v>
                </c:pt>
                <c:pt idx="6">
                  <c:v>611</c:v>
                </c:pt>
                <c:pt idx="7">
                  <c:v>1091</c:v>
                </c:pt>
                <c:pt idx="8">
                  <c:v>354</c:v>
                </c:pt>
                <c:pt idx="9">
                  <c:v>1023</c:v>
                </c:pt>
                <c:pt idx="10">
                  <c:v>536</c:v>
                </c:pt>
                <c:pt idx="11">
                  <c:v>652</c:v>
                </c:pt>
                <c:pt idx="12">
                  <c:v>1139</c:v>
                </c:pt>
                <c:pt idx="13">
                  <c:v>670</c:v>
                </c:pt>
                <c:pt idx="14">
                  <c:v>1571</c:v>
                </c:pt>
                <c:pt idx="15">
                  <c:v>1498</c:v>
                </c:pt>
                <c:pt idx="16">
                  <c:v>1084</c:v>
                </c:pt>
                <c:pt idx="17">
                  <c:v>2475</c:v>
                </c:pt>
                <c:pt idx="18">
                  <c:v>1102</c:v>
                </c:pt>
                <c:pt idx="19">
                  <c:v>1151</c:v>
                </c:pt>
                <c:pt idx="20">
                  <c:v>809</c:v>
                </c:pt>
                <c:pt idx="21">
                  <c:v>756</c:v>
                </c:pt>
                <c:pt idx="22">
                  <c:v>1134</c:v>
                </c:pt>
                <c:pt idx="23">
                  <c:v>1325</c:v>
                </c:pt>
                <c:pt idx="24">
                  <c:v>3215</c:v>
                </c:pt>
                <c:pt idx="25">
                  <c:v>1067</c:v>
                </c:pt>
                <c:pt idx="26">
                  <c:v>1553</c:v>
                </c:pt>
                <c:pt idx="27">
                  <c:v>1955</c:v>
                </c:pt>
                <c:pt idx="28">
                  <c:v>2184</c:v>
                </c:pt>
                <c:pt idx="29">
                  <c:v>679</c:v>
                </c:pt>
                <c:pt idx="30">
                  <c:v>203</c:v>
                </c:pt>
                <c:pt idx="31">
                  <c:v>440</c:v>
                </c:pt>
                <c:pt idx="32">
                  <c:v>2021</c:v>
                </c:pt>
                <c:pt idx="33">
                  <c:v>1706</c:v>
                </c:pt>
                <c:pt idx="34">
                  <c:v>684</c:v>
                </c:pt>
                <c:pt idx="35">
                  <c:v>181</c:v>
                </c:pt>
                <c:pt idx="36">
                  <c:v>2568</c:v>
                </c:pt>
                <c:pt idx="37">
                  <c:v>993</c:v>
                </c:pt>
                <c:pt idx="38">
                  <c:v>525</c:v>
                </c:pt>
                <c:pt idx="39">
                  <c:v>186</c:v>
                </c:pt>
                <c:pt idx="40">
                  <c:v>182</c:v>
                </c:pt>
                <c:pt idx="41">
                  <c:v>1003</c:v>
                </c:pt>
                <c:pt idx="42">
                  <c:v>1114</c:v>
                </c:pt>
                <c:pt idx="43">
                  <c:v>343</c:v>
                </c:pt>
                <c:pt idx="44">
                  <c:v>186</c:v>
                </c:pt>
                <c:pt idx="45">
                  <c:v>1384</c:v>
                </c:pt>
                <c:pt idx="46">
                  <c:v>839</c:v>
                </c:pt>
                <c:pt idx="47">
                  <c:v>257</c:v>
                </c:pt>
                <c:pt idx="48">
                  <c:v>200</c:v>
                </c:pt>
                <c:pt idx="49">
                  <c:v>74</c:v>
                </c:pt>
                <c:pt idx="50">
                  <c:v>1400</c:v>
                </c:pt>
                <c:pt idx="51">
                  <c:v>904</c:v>
                </c:pt>
                <c:pt idx="52">
                  <c:v>206</c:v>
                </c:pt>
                <c:pt idx="53">
                  <c:v>196</c:v>
                </c:pt>
                <c:pt idx="54">
                  <c:v>1328</c:v>
                </c:pt>
                <c:pt idx="55">
                  <c:v>609</c:v>
                </c:pt>
                <c:pt idx="56">
                  <c:v>348</c:v>
                </c:pt>
                <c:pt idx="57">
                  <c:v>1309</c:v>
                </c:pt>
                <c:pt idx="58">
                  <c:v>719</c:v>
                </c:pt>
                <c:pt idx="59">
                  <c:v>128</c:v>
                </c:pt>
                <c:pt idx="60">
                  <c:v>90</c:v>
                </c:pt>
                <c:pt idx="61">
                  <c:v>2457</c:v>
                </c:pt>
                <c:pt idx="62">
                  <c:v>54</c:v>
                </c:pt>
                <c:pt idx="63">
                  <c:v>868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4E-43BC-8330-010EFDEB4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575040"/>
        <c:axId val="128576960"/>
      </c:lineChart>
      <c:catAx>
        <c:axId val="128575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76960"/>
        <c:crosses val="autoZero"/>
        <c:auto val="1"/>
        <c:lblAlgn val="ctr"/>
        <c:lblOffset val="100"/>
        <c:noMultiLvlLbl val="0"/>
      </c:catAx>
      <c:valAx>
        <c:axId val="1285769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28575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project.xlsx]KPI'S!PivotTable12</c:name>
    <c:fmtId val="11"/>
  </c:pivotSource>
  <c:chart>
    <c:autoTitleDeleted val="1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'KPI''S'!$AT$7</c:f>
              <c:strCache>
                <c:ptCount val="1"/>
                <c:pt idx="0">
                  <c:v>Sum of Casual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E5B-4AEC-BF7D-4224C93D17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E5B-4AEC-BF7D-4224C93D17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4E5B-4AEC-BF7D-4224C93D174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4E5B-4AEC-BF7D-4224C93D174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4E5B-4AEC-BF7D-4224C93D174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4E5B-4AEC-BF7D-4224C93D174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4E5B-4AEC-BF7D-4224C93D174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4E5B-4AEC-BF7D-4224C93D174C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4E5B-4AEC-BF7D-4224C93D174C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4E5B-4AEC-BF7D-4224C93D174C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5-4E5B-4AEC-BF7D-4224C93D174C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7-4E5B-4AEC-BF7D-4224C93D174C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9-4E5B-4AEC-BF7D-4224C93D174C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B-4E5B-4AEC-BF7D-4224C93D174C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D-4E5B-4AEC-BF7D-4224C93D174C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F-4E5B-4AEC-BF7D-4224C93D174C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1-4E5B-4AEC-BF7D-4224C93D174C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3-4E5B-4AEC-BF7D-4224C93D174C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5-4E5B-4AEC-BF7D-4224C93D174C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7-4E5B-4AEC-BF7D-4224C93D174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'KPI''S'!$AS$8:$AS$28</c:f>
              <c:strCache>
                <c:ptCount val="20"/>
                <c:pt idx="0">
                  <c:v>0</c:v>
                </c:pt>
                <c:pt idx="1">
                  <c:v>0.0896</c:v>
                </c:pt>
                <c:pt idx="2">
                  <c:v>0.1045</c:v>
                </c:pt>
                <c:pt idx="3">
                  <c:v>0.1343</c:v>
                </c:pt>
                <c:pt idx="4">
                  <c:v>0.1642</c:v>
                </c:pt>
                <c:pt idx="5">
                  <c:v>0.194</c:v>
                </c:pt>
                <c:pt idx="6">
                  <c:v>0.2239</c:v>
                </c:pt>
                <c:pt idx="7">
                  <c:v>0.2537</c:v>
                </c:pt>
                <c:pt idx="8">
                  <c:v>0.2836</c:v>
                </c:pt>
                <c:pt idx="9">
                  <c:v>0.2985</c:v>
                </c:pt>
                <c:pt idx="10">
                  <c:v>0.3284</c:v>
                </c:pt>
                <c:pt idx="11">
                  <c:v>0.3582</c:v>
                </c:pt>
                <c:pt idx="12">
                  <c:v>0.3881</c:v>
                </c:pt>
                <c:pt idx="13">
                  <c:v>0.4179</c:v>
                </c:pt>
                <c:pt idx="14">
                  <c:v>0.4478</c:v>
                </c:pt>
                <c:pt idx="15">
                  <c:v>0.4627</c:v>
                </c:pt>
                <c:pt idx="16">
                  <c:v>0.4925</c:v>
                </c:pt>
                <c:pt idx="17">
                  <c:v>0.5224</c:v>
                </c:pt>
                <c:pt idx="18">
                  <c:v>0.5522</c:v>
                </c:pt>
                <c:pt idx="19">
                  <c:v>0.5821</c:v>
                </c:pt>
              </c:strCache>
            </c:strRef>
          </c:cat>
          <c:val>
            <c:numRef>
              <c:f>'KPI''S'!$AT$8:$AT$28</c:f>
              <c:numCache>
                <c:formatCode>General</c:formatCode>
                <c:ptCount val="20"/>
                <c:pt idx="0">
                  <c:v>638</c:v>
                </c:pt>
                <c:pt idx="1">
                  <c:v>321</c:v>
                </c:pt>
                <c:pt idx="2">
                  <c:v>266</c:v>
                </c:pt>
                <c:pt idx="3">
                  <c:v>311</c:v>
                </c:pt>
                <c:pt idx="4">
                  <c:v>406</c:v>
                </c:pt>
                <c:pt idx="5">
                  <c:v>346</c:v>
                </c:pt>
                <c:pt idx="6">
                  <c:v>266</c:v>
                </c:pt>
                <c:pt idx="7">
                  <c:v>504</c:v>
                </c:pt>
                <c:pt idx="8">
                  <c:v>379</c:v>
                </c:pt>
                <c:pt idx="9">
                  <c:v>363</c:v>
                </c:pt>
                <c:pt idx="10">
                  <c:v>315</c:v>
                </c:pt>
                <c:pt idx="11">
                  <c:v>159</c:v>
                </c:pt>
                <c:pt idx="12">
                  <c:v>84</c:v>
                </c:pt>
                <c:pt idx="13">
                  <c:v>203</c:v>
                </c:pt>
                <c:pt idx="14">
                  <c:v>97</c:v>
                </c:pt>
                <c:pt idx="15">
                  <c:v>141</c:v>
                </c:pt>
                <c:pt idx="16">
                  <c:v>31</c:v>
                </c:pt>
                <c:pt idx="17">
                  <c:v>45</c:v>
                </c:pt>
                <c:pt idx="18">
                  <c:v>20</c:v>
                </c:pt>
                <c:pt idx="19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4E5B-4AEC-BF7D-4224C93D174C}"/>
            </c:ext>
          </c:extLst>
        </c:ser>
        <c:ser>
          <c:idx val="1"/>
          <c:order val="1"/>
          <c:tx>
            <c:strRef>
              <c:f>'KPI''S'!$AU$7</c:f>
              <c:strCache>
                <c:ptCount val="1"/>
                <c:pt idx="0">
                  <c:v>Sum of Registered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A-4E5B-4AEC-BF7D-4224C93D17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C-4E5B-4AEC-BF7D-4224C93D17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E-4E5B-4AEC-BF7D-4224C93D174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0-4E5B-4AEC-BF7D-4224C93D174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2-4E5B-4AEC-BF7D-4224C93D174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4-4E5B-4AEC-BF7D-4224C93D174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6-4E5B-4AEC-BF7D-4224C93D174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8-4E5B-4AEC-BF7D-4224C93D174C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A-4E5B-4AEC-BF7D-4224C93D174C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C-4E5B-4AEC-BF7D-4224C93D174C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E-4E5B-4AEC-BF7D-4224C93D174C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0-4E5B-4AEC-BF7D-4224C93D174C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2-4E5B-4AEC-BF7D-4224C93D174C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4-4E5B-4AEC-BF7D-4224C93D174C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6-4E5B-4AEC-BF7D-4224C93D174C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8-4E5B-4AEC-BF7D-4224C93D174C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A-4E5B-4AEC-BF7D-4224C93D174C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C-4E5B-4AEC-BF7D-4224C93D174C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E-4E5B-4AEC-BF7D-4224C93D174C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0-4E5B-4AEC-BF7D-4224C93D174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'KPI''S'!$AS$8:$AS$28</c:f>
              <c:strCache>
                <c:ptCount val="20"/>
                <c:pt idx="0">
                  <c:v>0</c:v>
                </c:pt>
                <c:pt idx="1">
                  <c:v>0.0896</c:v>
                </c:pt>
                <c:pt idx="2">
                  <c:v>0.1045</c:v>
                </c:pt>
                <c:pt idx="3">
                  <c:v>0.1343</c:v>
                </c:pt>
                <c:pt idx="4">
                  <c:v>0.1642</c:v>
                </c:pt>
                <c:pt idx="5">
                  <c:v>0.194</c:v>
                </c:pt>
                <c:pt idx="6">
                  <c:v>0.2239</c:v>
                </c:pt>
                <c:pt idx="7">
                  <c:v>0.2537</c:v>
                </c:pt>
                <c:pt idx="8">
                  <c:v>0.2836</c:v>
                </c:pt>
                <c:pt idx="9">
                  <c:v>0.2985</c:v>
                </c:pt>
                <c:pt idx="10">
                  <c:v>0.3284</c:v>
                </c:pt>
                <c:pt idx="11">
                  <c:v>0.3582</c:v>
                </c:pt>
                <c:pt idx="12">
                  <c:v>0.3881</c:v>
                </c:pt>
                <c:pt idx="13">
                  <c:v>0.4179</c:v>
                </c:pt>
                <c:pt idx="14">
                  <c:v>0.4478</c:v>
                </c:pt>
                <c:pt idx="15">
                  <c:v>0.4627</c:v>
                </c:pt>
                <c:pt idx="16">
                  <c:v>0.4925</c:v>
                </c:pt>
                <c:pt idx="17">
                  <c:v>0.5224</c:v>
                </c:pt>
                <c:pt idx="18">
                  <c:v>0.5522</c:v>
                </c:pt>
                <c:pt idx="19">
                  <c:v>0.5821</c:v>
                </c:pt>
              </c:strCache>
            </c:strRef>
          </c:cat>
          <c:val>
            <c:numRef>
              <c:f>'KPI''S'!$AU$8:$AU$28</c:f>
              <c:numCache>
                <c:formatCode>General</c:formatCode>
                <c:ptCount val="20"/>
                <c:pt idx="0">
                  <c:v>7207</c:v>
                </c:pt>
                <c:pt idx="1">
                  <c:v>3828</c:v>
                </c:pt>
                <c:pt idx="2">
                  <c:v>4084</c:v>
                </c:pt>
                <c:pt idx="3">
                  <c:v>4950</c:v>
                </c:pt>
                <c:pt idx="4">
                  <c:v>5203</c:v>
                </c:pt>
                <c:pt idx="5">
                  <c:v>4322</c:v>
                </c:pt>
                <c:pt idx="6">
                  <c:v>3280</c:v>
                </c:pt>
                <c:pt idx="7">
                  <c:v>3570</c:v>
                </c:pt>
                <c:pt idx="8">
                  <c:v>3137</c:v>
                </c:pt>
                <c:pt idx="9">
                  <c:v>2509</c:v>
                </c:pt>
                <c:pt idx="10">
                  <c:v>3293</c:v>
                </c:pt>
                <c:pt idx="11">
                  <c:v>1910</c:v>
                </c:pt>
                <c:pt idx="12">
                  <c:v>1166</c:v>
                </c:pt>
                <c:pt idx="13">
                  <c:v>1229</c:v>
                </c:pt>
                <c:pt idx="14">
                  <c:v>1010</c:v>
                </c:pt>
                <c:pt idx="15">
                  <c:v>740</c:v>
                </c:pt>
                <c:pt idx="16">
                  <c:v>598</c:v>
                </c:pt>
                <c:pt idx="17">
                  <c:v>637</c:v>
                </c:pt>
                <c:pt idx="18">
                  <c:v>354</c:v>
                </c:pt>
                <c:pt idx="19">
                  <c:v>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51-4E5B-4AEC-BF7D-4224C93D174C}"/>
            </c:ext>
          </c:extLst>
        </c:ser>
        <c:ser>
          <c:idx val="2"/>
          <c:order val="2"/>
          <c:tx>
            <c:strRef>
              <c:f>'KPI''S'!$AV$7</c:f>
              <c:strCache>
                <c:ptCount val="1"/>
                <c:pt idx="0">
                  <c:v>Sum of 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3-4E5B-4AEC-BF7D-4224C93D17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5-4E5B-4AEC-BF7D-4224C93D17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7-4E5B-4AEC-BF7D-4224C93D174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9-4E5B-4AEC-BF7D-4224C93D174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B-4E5B-4AEC-BF7D-4224C93D174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D-4E5B-4AEC-BF7D-4224C93D174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F-4E5B-4AEC-BF7D-4224C93D174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1-4E5B-4AEC-BF7D-4224C93D174C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3-4E5B-4AEC-BF7D-4224C93D174C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5-4E5B-4AEC-BF7D-4224C93D174C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7-4E5B-4AEC-BF7D-4224C93D174C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9-4E5B-4AEC-BF7D-4224C93D174C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B-4E5B-4AEC-BF7D-4224C93D174C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D-4E5B-4AEC-BF7D-4224C93D174C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F-4E5B-4AEC-BF7D-4224C93D174C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71-4E5B-4AEC-BF7D-4224C93D174C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73-4E5B-4AEC-BF7D-4224C93D174C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75-4E5B-4AEC-BF7D-4224C93D174C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77-4E5B-4AEC-BF7D-4224C93D174C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79-4E5B-4AEC-BF7D-4224C93D174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'KPI''S'!$AS$8:$AS$28</c:f>
              <c:strCache>
                <c:ptCount val="20"/>
                <c:pt idx="0">
                  <c:v>0</c:v>
                </c:pt>
                <c:pt idx="1">
                  <c:v>0.0896</c:v>
                </c:pt>
                <c:pt idx="2">
                  <c:v>0.1045</c:v>
                </c:pt>
                <c:pt idx="3">
                  <c:v>0.1343</c:v>
                </c:pt>
                <c:pt idx="4">
                  <c:v>0.1642</c:v>
                </c:pt>
                <c:pt idx="5">
                  <c:v>0.194</c:v>
                </c:pt>
                <c:pt idx="6">
                  <c:v>0.2239</c:v>
                </c:pt>
                <c:pt idx="7">
                  <c:v>0.2537</c:v>
                </c:pt>
                <c:pt idx="8">
                  <c:v>0.2836</c:v>
                </c:pt>
                <c:pt idx="9">
                  <c:v>0.2985</c:v>
                </c:pt>
                <c:pt idx="10">
                  <c:v>0.3284</c:v>
                </c:pt>
                <c:pt idx="11">
                  <c:v>0.3582</c:v>
                </c:pt>
                <c:pt idx="12">
                  <c:v>0.3881</c:v>
                </c:pt>
                <c:pt idx="13">
                  <c:v>0.4179</c:v>
                </c:pt>
                <c:pt idx="14">
                  <c:v>0.4478</c:v>
                </c:pt>
                <c:pt idx="15">
                  <c:v>0.4627</c:v>
                </c:pt>
                <c:pt idx="16">
                  <c:v>0.4925</c:v>
                </c:pt>
                <c:pt idx="17">
                  <c:v>0.5224</c:v>
                </c:pt>
                <c:pt idx="18">
                  <c:v>0.5522</c:v>
                </c:pt>
                <c:pt idx="19">
                  <c:v>0.5821</c:v>
                </c:pt>
              </c:strCache>
            </c:strRef>
          </c:cat>
          <c:val>
            <c:numRef>
              <c:f>'KPI''S'!$AV$8:$AV$28</c:f>
              <c:numCache>
                <c:formatCode>General</c:formatCode>
                <c:ptCount val="20"/>
                <c:pt idx="0">
                  <c:v>7845</c:v>
                </c:pt>
                <c:pt idx="1">
                  <c:v>4149</c:v>
                </c:pt>
                <c:pt idx="2">
                  <c:v>4350</c:v>
                </c:pt>
                <c:pt idx="3">
                  <c:v>5261</c:v>
                </c:pt>
                <c:pt idx="4">
                  <c:v>5609</c:v>
                </c:pt>
                <c:pt idx="5">
                  <c:v>4668</c:v>
                </c:pt>
                <c:pt idx="6">
                  <c:v>3546</c:v>
                </c:pt>
                <c:pt idx="7">
                  <c:v>4074</c:v>
                </c:pt>
                <c:pt idx="8">
                  <c:v>3516</c:v>
                </c:pt>
                <c:pt idx="9">
                  <c:v>2872</c:v>
                </c:pt>
                <c:pt idx="10">
                  <c:v>3608</c:v>
                </c:pt>
                <c:pt idx="11">
                  <c:v>2069</c:v>
                </c:pt>
                <c:pt idx="12">
                  <c:v>1250</c:v>
                </c:pt>
                <c:pt idx="13">
                  <c:v>1432</c:v>
                </c:pt>
                <c:pt idx="14">
                  <c:v>1107</c:v>
                </c:pt>
                <c:pt idx="15">
                  <c:v>881</c:v>
                </c:pt>
                <c:pt idx="16">
                  <c:v>629</c:v>
                </c:pt>
                <c:pt idx="17">
                  <c:v>682</c:v>
                </c:pt>
                <c:pt idx="18">
                  <c:v>374</c:v>
                </c:pt>
                <c:pt idx="19">
                  <c:v>382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7A-4E5B-4AEC-BF7D-4224C93D174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Rounded MT Bold" panose="020F0704030504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[Bike^120Sharing^120Project (Recovered).xlsx]KPI 1!PivotTable1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HOURS BY DEMAND</a:t>
            </a:r>
          </a:p>
        </c:rich>
      </c:tx>
      <c:layout>
        <c:manualLayout>
          <c:xMode val="edge"/>
          <c:yMode val="edge"/>
          <c:x val="0.11275508172637969"/>
          <c:y val="4.702605094500769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8350857110664612"/>
          <c:y val="4.9080135886024279E-2"/>
          <c:w val="0.93888888888888888"/>
          <c:h val="0.842045056867891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'KPI 1'!$B$2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'KPI 1'!$A$3:$A$27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'KPI 1'!$B$3:$B$27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BF-415B-AA7A-8C341B0283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1136639039"/>
        <c:axId val="677702735"/>
      </c:barChart>
      <c:catAx>
        <c:axId val="1136639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7702735"/>
        <c:crosses val="autoZero"/>
        <c:auto val="1"/>
        <c:lblAlgn val="ctr"/>
        <c:lblOffset val="100"/>
        <c:noMultiLvlLbl val="0"/>
      </c:catAx>
      <c:valAx>
        <c:axId val="6777027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663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>
                <a:latin typeface="Algerian" panose="04020705040A02060702" pitchFamily="82" charset="0"/>
              </a:rPr>
              <a:t>Holidays</a:t>
            </a:r>
            <a:r>
              <a:rPr lang="en-US" baseline="0">
                <a:latin typeface="Algerian" panose="04020705040A02060702" pitchFamily="82" charset="0"/>
              </a:rPr>
              <a:t> Vs Demand</a:t>
            </a:r>
            <a:endParaRPr lang="en-US">
              <a:latin typeface="Algerian" panose="04020705040A02060702" pitchFamily="82" charset="0"/>
            </a:endParaRPr>
          </a:p>
        </c:rich>
      </c:tx>
      <c:layout>
        <c:manualLayout>
          <c:xMode val="edge"/>
          <c:yMode val="edge"/>
          <c:x val="0.25138876601099019"/>
          <c:y val="5.62587904360056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4238360671447509"/>
          <c:y val="0.17851204312067748"/>
          <c:w val="0.61187618789030684"/>
          <c:h val="0.54825394338048106"/>
        </c:manualLayout>
      </c:layout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Lit>
              <c:ptCount val="2"/>
              <c:pt idx="0">
                <c:v>FALSE</c:v>
              </c:pt>
              <c:pt idx="1">
                <c:v>TRUE</c:v>
              </c:pt>
            </c:strLit>
          </c:cat>
          <c:val>
            <c:numLit>
              <c:formatCode>General</c:formatCode>
              <c:ptCount val="2"/>
              <c:pt idx="0">
                <c:v>57304</c:v>
              </c:pt>
              <c:pt idx="1">
                <c:v>1000</c:v>
              </c:pt>
            </c:numLit>
          </c:val>
          <c:extLst>
            <c:ext xmlns:c16="http://schemas.microsoft.com/office/drawing/2014/chart" uri="{C3380CC4-5D6E-409C-BE32-E72D297353CC}">
              <c16:uniqueId val="{00000000-C61F-4078-8C6D-2D7E298F7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2134093632"/>
        <c:axId val="2126085680"/>
      </c:barChart>
      <c:catAx>
        <c:axId val="21340936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085680"/>
        <c:crosses val="autoZero"/>
        <c:auto val="1"/>
        <c:lblAlgn val="ctr"/>
        <c:lblOffset val="100"/>
        <c:noMultiLvlLbl val="0"/>
      </c:catAx>
      <c:valAx>
        <c:axId val="2126085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409363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Hour</a:t>
            </a:r>
            <a:r>
              <a:rPr lang="en-US" b="1" baseline="0" dirty="0">
                <a:solidFill>
                  <a:schemeClr val="bg2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 condition by Demand</a:t>
            </a:r>
            <a:endParaRPr lang="en-US" b="1" dirty="0">
              <a:solidFill>
                <a:schemeClr val="bg2">
                  <a:lumMod val="20000"/>
                  <a:lumOff val="80000"/>
                </a:schemeClr>
              </a:solidFill>
              <a:latin typeface="Algerian" panose="04020705040A02060702" pitchFamily="82" charset="0"/>
            </a:endParaRPr>
          </a:p>
        </c:rich>
      </c:tx>
      <c:layout>
        <c:manualLayout>
          <c:xMode val="edge"/>
          <c:yMode val="edge"/>
          <c:x val="0.21655480984340045"/>
          <c:y val="4.5395590142671853E-2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Arial Rounded MT Bold" panose="020F070403050403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v>Total</c:v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85-46D6-A3E1-0B43D7BF0BB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85-46D6-A3E1-0B43D7BF0BB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85-46D6-A3E1-0B43D7BF0BB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A85-46D6-A3E1-0B43D7BF0B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Arial Rounded MT Bold" panose="020F0704030504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4"/>
              <c:pt idx="0">
                <c:v>Afternoon</c:v>
              </c:pt>
              <c:pt idx="1">
                <c:v>Evining</c:v>
              </c:pt>
              <c:pt idx="2">
                <c:v>Morning</c:v>
              </c:pt>
              <c:pt idx="3">
                <c:v>Night</c:v>
              </c:pt>
            </c:strLit>
          </c:cat>
          <c:val>
            <c:numLit>
              <c:formatCode>General</c:formatCode>
              <c:ptCount val="4"/>
              <c:pt idx="0">
                <c:v>3774</c:v>
              </c:pt>
              <c:pt idx="1">
                <c:v>5289</c:v>
              </c:pt>
              <c:pt idx="2">
                <c:v>2149</c:v>
              </c:pt>
              <c:pt idx="3">
                <c:v>541</c:v>
              </c:pt>
            </c:numLit>
          </c:val>
          <c:extLst>
            <c:ext xmlns:c16="http://schemas.microsoft.com/office/drawing/2014/chart" uri="{C3380CC4-5D6E-409C-BE32-E72D297353CC}">
              <c16:uniqueId val="{00000008-7A85-46D6-A3E1-0B43D7BF0BB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72749602902822896"/>
          <c:y val="0.54119522402131715"/>
          <c:w val="0.26624843689650823"/>
          <c:h val="0.44565944768116206"/>
        </c:manualLayout>
      </c:layout>
      <c:overlay val="0"/>
      <c:spPr>
        <a:solidFill>
          <a:schemeClr val="accent6">
            <a:lumMod val="20000"/>
            <a:lumOff val="8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60828">
          <a:schemeClr val="accent5">
            <a:lumMod val="20000"/>
            <a:lumOff val="80000"/>
          </a:schemeClr>
        </a:gs>
        <a:gs pos="0">
          <a:schemeClr val="accent4">
            <a:lumMod val="20000"/>
            <a:lumOff val="80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gradFill>
        <a:gsLst>
          <a:gs pos="0">
            <a:schemeClr val="accent1">
              <a:lumMod val="5000"/>
              <a:lumOff val="95000"/>
            </a:schemeClr>
          </a:gs>
          <a:gs pos="74000">
            <a:schemeClr val="accent1">
              <a:lumMod val="45000"/>
              <a:lumOff val="55000"/>
            </a:schemeClr>
          </a:gs>
          <a:gs pos="83000">
            <a:schemeClr val="accent1">
              <a:lumMod val="45000"/>
              <a:lumOff val="55000"/>
            </a:schemeClr>
          </a:gs>
          <a:gs pos="100000">
            <a:schemeClr val="accent1">
              <a:lumMod val="30000"/>
              <a:lumOff val="70000"/>
            </a:schemeClr>
          </a:gs>
        </a:gsLst>
        <a:lin ang="5400000" scaled="1"/>
      </a:gra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b="1">
                <a:solidFill>
                  <a:sysClr val="windowText" lastClr="000000"/>
                </a:solidFill>
                <a:latin typeface="Algerian" panose="04020705040A02060702" pitchFamily="82" charset="0"/>
              </a:rPr>
              <a:t>Monthly</a:t>
            </a:r>
            <a:r>
              <a:rPr lang="en-IN" b="1" baseline="0">
                <a:solidFill>
                  <a:sysClr val="windowText" lastClr="000000"/>
                </a:solidFill>
                <a:latin typeface="Algerian" panose="04020705040A02060702" pitchFamily="82" charset="0"/>
              </a:rPr>
              <a:t> by Demand</a:t>
            </a:r>
            <a:endParaRPr lang="en-IN" b="1">
              <a:solidFill>
                <a:sysClr val="windowText" lastClr="000000"/>
              </a:solidFill>
              <a:latin typeface="Algerian" panose="04020705040A02060702" pitchFamily="82" charset="0"/>
            </a:endParaRPr>
          </a:p>
        </c:rich>
      </c:tx>
      <c:layout>
        <c:manualLayout>
          <c:xMode val="edge"/>
          <c:yMode val="edge"/>
          <c:x val="2.5075167042511652E-3"/>
          <c:y val="0.85434173669467783"/>
        </c:manualLayout>
      </c:layout>
      <c:overlay val="0"/>
      <c:spPr>
        <a:solidFill>
          <a:srgbClr val="FFFF00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156862745098039"/>
          <c:y val="4.5875393231507564E-2"/>
          <c:w val="0.87682790829545432"/>
          <c:h val="0.93029150823827633"/>
        </c:manualLayout>
      </c:layout>
      <c:pie3DChart>
        <c:varyColors val="1"/>
        <c:ser>
          <c:idx val="0"/>
          <c:order val="0"/>
          <c:tx>
            <c:v>Total</c:v>
          </c:tx>
          <c:explosion val="20"/>
          <c:dPt>
            <c:idx val="0"/>
            <c:bubble3D val="0"/>
            <c:explosion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5D1-4031-9EE3-F2512B0F0AC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5D1-4031-9EE3-F2512B0F0A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2"/>
              <c:pt idx="0">
                <c:v>January</c:v>
              </c:pt>
              <c:pt idx="1">
                <c:v>February</c:v>
              </c:pt>
            </c:strLit>
          </c:cat>
          <c:val>
            <c:numLit>
              <c:formatCode>General</c:formatCode>
              <c:ptCount val="2"/>
              <c:pt idx="0">
                <c:v>38189</c:v>
              </c:pt>
              <c:pt idx="1">
                <c:v>20115</c:v>
              </c:pt>
            </c:numLit>
          </c:val>
          <c:extLst>
            <c:ext xmlns:c16="http://schemas.microsoft.com/office/drawing/2014/chart" uri="{C3380CC4-5D6E-409C-BE32-E72D297353CC}">
              <c16:uniqueId val="{00000004-55D1-4031-9EE3-F2512B0F0AC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16798">
          <a:srgbClr val="00B0F0"/>
        </a:gs>
        <a:gs pos="0">
          <a:srgbClr val="00B0F0"/>
        </a:gs>
        <a:gs pos="74000">
          <a:srgbClr val="92D050"/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2700000" scaled="1"/>
    </a:gradFill>
    <a:ln w="9525" cap="rnd" cmpd="dbl" algn="ctr">
      <a:gradFill flip="none" rotWithShape="1">
        <a:gsLst>
          <a:gs pos="16798">
            <a:srgbClr val="00B0F0"/>
          </a:gs>
          <a:gs pos="0">
            <a:srgbClr val="00B0F0"/>
          </a:gs>
          <a:gs pos="74000">
            <a:srgbClr val="92D050"/>
          </a:gs>
          <a:gs pos="83000">
            <a:schemeClr val="accent1">
              <a:lumMod val="45000"/>
              <a:lumOff val="55000"/>
            </a:schemeClr>
          </a:gs>
          <a:gs pos="100000">
            <a:schemeClr val="accent1">
              <a:lumMod val="30000"/>
              <a:lumOff val="70000"/>
            </a:schemeClr>
          </a:gs>
        </a:gsLst>
        <a:lin ang="2700000" scaled="1"/>
        <a:tileRect/>
      </a:gradFill>
      <a:round/>
    </a:ln>
    <a:effectLst>
      <a:outerShdw blurRad="50800" dist="50800" dir="5400000" algn="ctr" rotWithShape="0">
        <a:schemeClr val="tx2">
          <a:lumMod val="50000"/>
          <a:lumOff val="50000"/>
        </a:schemeClr>
      </a:outerShdw>
      <a:softEdge rad="139700"/>
    </a:effectLst>
    <a:scene3d>
      <a:camera prst="orthographicFront"/>
      <a:lightRig rig="threePt" dir="t"/>
    </a:scene3d>
    <a:sp3d prstMaterial="dkEdge">
      <a:bevelT w="127000" h="57150" prst="riblet"/>
      <a:bevelB w="31750" h="635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WEATHER CONDITION BY DEMAND</a:t>
            </a:r>
          </a:p>
        </c:rich>
      </c:tx>
      <c:layout>
        <c:manualLayout>
          <c:xMode val="edge"/>
          <c:yMode val="edge"/>
          <c:x val="0.12132411723637078"/>
          <c:y val="7.881791165802419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910436857871282"/>
          <c:y val="0.22219873058079007"/>
          <c:w val="0.87579795943514249"/>
          <c:h val="0.41864403092004859"/>
        </c:manualLayout>
      </c:layout>
      <c:bar3DChart>
        <c:barDir val="col"/>
        <c:grouping val="stacked"/>
        <c:varyColors val="0"/>
        <c:ser>
          <c:idx val="0"/>
          <c:order val="0"/>
          <c:tx>
            <c:v>Total</c:v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4"/>
              <c:pt idx="0">
                <c:v>Clear</c:v>
              </c:pt>
              <c:pt idx="1">
                <c:v>Heavy Rain/Snow</c:v>
              </c:pt>
              <c:pt idx="2">
                <c:v>Light Rain/Snow</c:v>
              </c:pt>
              <c:pt idx="3">
                <c:v>Mist + Cloudly</c:v>
              </c:pt>
            </c:strLit>
          </c:cat>
          <c:val>
            <c:numLit>
              <c:formatCode>General</c:formatCode>
              <c:ptCount val="4"/>
              <c:pt idx="0">
                <c:v>606</c:v>
              </c:pt>
              <c:pt idx="1">
                <c:v>1</c:v>
              </c:pt>
              <c:pt idx="2">
                <c:v>84</c:v>
              </c:pt>
              <c:pt idx="3">
                <c:v>309</c:v>
              </c:pt>
            </c:numLit>
          </c:val>
          <c:extLst>
            <c:ext xmlns:c16="http://schemas.microsoft.com/office/drawing/2014/chart" uri="{C3380CC4-5D6E-409C-BE32-E72D297353CC}">
              <c16:uniqueId val="{00000000-1C4A-4CDE-B827-F56484F00C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138408928"/>
        <c:axId val="2126181200"/>
        <c:axId val="0"/>
      </c:bar3DChart>
      <c:catAx>
        <c:axId val="2138408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181200"/>
        <c:crosses val="autoZero"/>
        <c:auto val="1"/>
        <c:lblAlgn val="ctr"/>
        <c:lblOffset val="100"/>
        <c:noMultiLvlLbl val="0"/>
      </c:catAx>
      <c:valAx>
        <c:axId val="2126181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84089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dirty="0">
                <a:solidFill>
                  <a:schemeClr val="bg2"/>
                </a:solidFill>
                <a:latin typeface="Algerian" panose="04020705040A02060702" pitchFamily="82" charset="0"/>
              </a:rPr>
              <a:t>WINDSPEED</a:t>
            </a:r>
            <a:r>
              <a:rPr lang="en-IN" sz="1600" baseline="0" dirty="0">
                <a:solidFill>
                  <a:schemeClr val="bg2"/>
                </a:solidFill>
                <a:latin typeface="Algerian" panose="04020705040A02060702" pitchFamily="82" charset="0"/>
              </a:rPr>
              <a:t> BY DEMAND</a:t>
            </a:r>
            <a:endParaRPr lang="en-IN" sz="1600" dirty="0">
              <a:solidFill>
                <a:schemeClr val="bg2"/>
              </a:solidFill>
              <a:latin typeface="Algerian" panose="04020705040A02060702" pitchFamily="82" charset="0"/>
            </a:endParaRPr>
          </a:p>
        </c:rich>
      </c:tx>
      <c:layout>
        <c:manualLayout>
          <c:xMode val="edge"/>
          <c:yMode val="edge"/>
          <c:x val="0.24659502683433226"/>
          <c:y val="2.2075064780320515E-2"/>
        </c:manualLayout>
      </c:layout>
      <c:overlay val="0"/>
      <c:spPr>
        <a:solidFill>
          <a:schemeClr val="tx2">
            <a:lumMod val="10000"/>
            <a:lumOff val="9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1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1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1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ofPieChart>
        <c:ofPieType val="bar"/>
        <c:varyColors val="1"/>
        <c:ser>
          <c:idx val="0"/>
          <c:order val="0"/>
          <c:tx>
            <c:v>Series1</c:v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81-4DF7-960A-76621C74F2AD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81-4DF7-960A-76621C74F2AD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481-4DF7-960A-76621C74F2AD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481-4DF7-960A-76621C74F2AD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481-4DF7-960A-76621C74F2AD}"/>
              </c:ext>
            </c:extLst>
          </c:dPt>
          <c:dPt>
            <c:idx val="5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481-4DF7-960A-76621C74F2AD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481-4DF7-960A-76621C74F2AD}"/>
              </c:ext>
            </c:extLst>
          </c:dPt>
          <c:dPt>
            <c:idx val="7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C481-4DF7-960A-76621C74F2AD}"/>
              </c:ext>
            </c:extLst>
          </c:dPt>
          <c:dPt>
            <c:idx val="8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C481-4DF7-960A-76621C74F2AD}"/>
              </c:ext>
            </c:extLst>
          </c:dPt>
          <c:dPt>
            <c:idx val="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C481-4DF7-960A-76621C74F2AD}"/>
              </c:ext>
            </c:extLst>
          </c:dPt>
          <c:dPt>
            <c:idx val="10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C481-4DF7-960A-76621C74F2A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C481-4DF7-960A-76621C74F2AD}"/>
              </c:ext>
            </c:extLst>
          </c:dPt>
          <c:dPt>
            <c:idx val="1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C481-4DF7-960A-76621C74F2AD}"/>
              </c:ext>
            </c:extLst>
          </c:dPt>
          <c:dPt>
            <c:idx val="13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C481-4DF7-960A-76621C74F2AD}"/>
              </c:ext>
            </c:extLst>
          </c:dPt>
          <c:dPt>
            <c:idx val="14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C481-4DF7-960A-76621C74F2AD}"/>
              </c:ext>
            </c:extLst>
          </c:dPt>
          <c:dPt>
            <c:idx val="15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C481-4DF7-960A-76621C74F2AD}"/>
              </c:ext>
            </c:extLst>
          </c:dPt>
          <c:dPt>
            <c:idx val="16"/>
            <c:bubble3D val="0"/>
            <c:spPr>
              <a:solidFill>
                <a:schemeClr val="accent4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C481-4DF7-960A-76621C74F2AD}"/>
              </c:ext>
            </c:extLst>
          </c:dPt>
          <c:dPt>
            <c:idx val="17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C481-4DF7-960A-76621C74F2AD}"/>
              </c:ext>
            </c:extLst>
          </c:dPt>
          <c:dPt>
            <c:idx val="18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C481-4DF7-960A-76621C74F2AD}"/>
              </c:ext>
            </c:extLst>
          </c:dPt>
          <c:dPt>
            <c:idx val="19"/>
            <c:bubble3D val="0"/>
            <c:spPr>
              <a:solidFill>
                <a:schemeClr val="accent4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C481-4DF7-960A-76621C74F2AD}"/>
              </c:ext>
            </c:extLst>
          </c:dPt>
          <c:dPt>
            <c:idx val="20"/>
            <c:bubble3D val="0"/>
            <c:spPr>
              <a:solidFill>
                <a:schemeClr val="accent6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C481-4DF7-960A-76621C74F2AD}"/>
              </c:ext>
            </c:extLst>
          </c:dPt>
          <c:dPt>
            <c:idx val="21"/>
            <c:bubble3D val="0"/>
            <c:spPr>
              <a:solidFill>
                <a:schemeClr val="accent2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B-C481-4DF7-960A-76621C74F2A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1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22"/>
              <c:pt idx="0">
                <c:v>0</c:v>
              </c:pt>
              <c:pt idx="1">
                <c:v>0.0896</c:v>
              </c:pt>
              <c:pt idx="2">
                <c:v>0.1045</c:v>
              </c:pt>
              <c:pt idx="3">
                <c:v>0.1343</c:v>
              </c:pt>
              <c:pt idx="4">
                <c:v>0.1642</c:v>
              </c:pt>
              <c:pt idx="5">
                <c:v>0.194</c:v>
              </c:pt>
              <c:pt idx="6">
                <c:v>0.2239</c:v>
              </c:pt>
              <c:pt idx="7">
                <c:v>0.2537</c:v>
              </c:pt>
              <c:pt idx="8">
                <c:v>0.2836</c:v>
              </c:pt>
              <c:pt idx="9">
                <c:v>0.2985</c:v>
              </c:pt>
              <c:pt idx="10">
                <c:v>0.3284</c:v>
              </c:pt>
              <c:pt idx="11">
                <c:v>0.3582</c:v>
              </c:pt>
              <c:pt idx="12">
                <c:v>0.3881</c:v>
              </c:pt>
              <c:pt idx="13">
                <c:v>0.4179</c:v>
              </c:pt>
              <c:pt idx="14">
                <c:v>0.4478</c:v>
              </c:pt>
              <c:pt idx="15">
                <c:v>0.4627</c:v>
              </c:pt>
              <c:pt idx="16">
                <c:v>0.4925</c:v>
              </c:pt>
              <c:pt idx="17">
                <c:v>0.5224</c:v>
              </c:pt>
              <c:pt idx="18">
                <c:v>0.5522</c:v>
              </c:pt>
              <c:pt idx="19">
                <c:v>0.5821</c:v>
              </c:pt>
            </c:strLit>
          </c:cat>
          <c:val>
            <c:numLit>
              <c:formatCode>General</c:formatCode>
              <c:ptCount val="21"/>
              <c:pt idx="0">
                <c:v>7845</c:v>
              </c:pt>
              <c:pt idx="1">
                <c:v>4149</c:v>
              </c:pt>
              <c:pt idx="2">
                <c:v>4350</c:v>
              </c:pt>
              <c:pt idx="3">
                <c:v>5261</c:v>
              </c:pt>
              <c:pt idx="4">
                <c:v>5609</c:v>
              </c:pt>
              <c:pt idx="5">
                <c:v>4668</c:v>
              </c:pt>
              <c:pt idx="6">
                <c:v>3546</c:v>
              </c:pt>
              <c:pt idx="7">
                <c:v>4074</c:v>
              </c:pt>
              <c:pt idx="8">
                <c:v>3516</c:v>
              </c:pt>
              <c:pt idx="9">
                <c:v>2872</c:v>
              </c:pt>
              <c:pt idx="10">
                <c:v>3608</c:v>
              </c:pt>
              <c:pt idx="11">
                <c:v>2069</c:v>
              </c:pt>
              <c:pt idx="12">
                <c:v>1250</c:v>
              </c:pt>
              <c:pt idx="13">
                <c:v>1432</c:v>
              </c:pt>
              <c:pt idx="14">
                <c:v>1107</c:v>
              </c:pt>
              <c:pt idx="15">
                <c:v>881</c:v>
              </c:pt>
              <c:pt idx="16">
                <c:v>629</c:v>
              </c:pt>
              <c:pt idx="17">
                <c:v>682</c:v>
              </c:pt>
              <c:pt idx="18">
                <c:v>374</c:v>
              </c:pt>
              <c:pt idx="19">
                <c:v>382</c:v>
              </c:pt>
              <c:pt idx="20">
                <c:v>5487</c:v>
              </c:pt>
            </c:numLit>
          </c:val>
          <c:extLst>
            <c:ext xmlns:c16="http://schemas.microsoft.com/office/drawing/2014/chart" uri="{C3380CC4-5D6E-409C-BE32-E72D297353CC}">
              <c16:uniqueId val="{0000002C-C481-4DF7-960A-76621C74F2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FFFF00"/>
        </a:gs>
        <a:gs pos="23000">
          <a:schemeClr val="accent4">
            <a:lumMod val="89000"/>
          </a:schemeClr>
        </a:gs>
        <a:gs pos="49000">
          <a:schemeClr val="accent5">
            <a:lumMod val="40000"/>
            <a:lumOff val="60000"/>
          </a:schemeClr>
        </a:gs>
        <a:gs pos="97000">
          <a:schemeClr val="accent4">
            <a:lumMod val="70000"/>
          </a:schemeClr>
        </a:gs>
      </a:gsLst>
      <a:path path="circle">
        <a:fillToRect l="100000" b="100000"/>
      </a:path>
      <a:tileRect t="-100000" r="-100000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US" sz="1600" b="1">
                <a:solidFill>
                  <a:sysClr val="windowText" lastClr="000000"/>
                </a:solidFill>
                <a:latin typeface="Algerian" panose="04020705040A02060702" pitchFamily="82" charset="0"/>
              </a:rPr>
              <a:t>Temperature</a:t>
            </a:r>
            <a:r>
              <a:rPr lang="en-US" sz="1600" b="1" baseline="0">
                <a:solidFill>
                  <a:sysClr val="windowText" lastClr="000000"/>
                </a:solidFill>
                <a:latin typeface="Algerian" panose="04020705040A02060702" pitchFamily="82" charset="0"/>
              </a:rPr>
              <a:t> by Demand</a:t>
            </a:r>
            <a:endParaRPr lang="en-US" sz="1600" b="1">
              <a:solidFill>
                <a:sysClr val="windowText" lastClr="000000"/>
              </a:solidFill>
              <a:latin typeface="Algerian" panose="04020705040A02060702" pitchFamily="82" charset="0"/>
            </a:endParaRPr>
          </a:p>
        </c:rich>
      </c:tx>
      <c:overlay val="0"/>
      <c:spPr>
        <a:solidFill>
          <a:schemeClr val="accent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23"/>
              <c:pt idx="0">
                <c:v>0.02</c:v>
              </c:pt>
              <c:pt idx="1">
                <c:v>0.04</c:v>
              </c:pt>
              <c:pt idx="2">
                <c:v>0.06</c:v>
              </c:pt>
              <c:pt idx="3">
                <c:v>0.08</c:v>
              </c:pt>
              <c:pt idx="4">
                <c:v>0.1</c:v>
              </c:pt>
              <c:pt idx="5">
                <c:v>0.12</c:v>
              </c:pt>
              <c:pt idx="6">
                <c:v>0.14</c:v>
              </c:pt>
              <c:pt idx="7">
                <c:v>0.16</c:v>
              </c:pt>
              <c:pt idx="8">
                <c:v>0.18</c:v>
              </c:pt>
              <c:pt idx="9">
                <c:v>0.2</c:v>
              </c:pt>
              <c:pt idx="10">
                <c:v>0.22</c:v>
              </c:pt>
              <c:pt idx="11">
                <c:v>0.24</c:v>
              </c:pt>
              <c:pt idx="12">
                <c:v>0.26</c:v>
              </c:pt>
              <c:pt idx="13">
                <c:v>0.28</c:v>
              </c:pt>
              <c:pt idx="14">
                <c:v>0.3</c:v>
              </c:pt>
              <c:pt idx="15">
                <c:v>0.32</c:v>
              </c:pt>
              <c:pt idx="16">
                <c:v>0.34</c:v>
              </c:pt>
              <c:pt idx="17">
                <c:v>0.36</c:v>
              </c:pt>
              <c:pt idx="18">
                <c:v>0.38</c:v>
              </c:pt>
              <c:pt idx="19">
                <c:v>0.4</c:v>
              </c:pt>
              <c:pt idx="20">
                <c:v>0.42</c:v>
              </c:pt>
              <c:pt idx="21">
                <c:v>0.44</c:v>
              </c:pt>
              <c:pt idx="22">
                <c:v>0.46</c:v>
              </c:pt>
            </c:strLit>
          </c:cat>
          <c:val>
            <c:numLit>
              <c:formatCode>General</c:formatCode>
              <c:ptCount val="23"/>
              <c:pt idx="0">
                <c:v>168</c:v>
              </c:pt>
              <c:pt idx="1">
                <c:v>387</c:v>
              </c:pt>
              <c:pt idx="2">
                <c:v>608</c:v>
              </c:pt>
              <c:pt idx="3">
                <c:v>357</c:v>
              </c:pt>
              <c:pt idx="4">
                <c:v>1259</c:v>
              </c:pt>
              <c:pt idx="5">
                <c:v>2104</c:v>
              </c:pt>
              <c:pt idx="6">
                <c:v>4335</c:v>
              </c:pt>
              <c:pt idx="7">
                <c:v>7003</c:v>
              </c:pt>
              <c:pt idx="8">
                <c:v>4045</c:v>
              </c:pt>
              <c:pt idx="9">
                <c:v>7926</c:v>
              </c:pt>
              <c:pt idx="10">
                <c:v>7212</c:v>
              </c:pt>
              <c:pt idx="11">
                <c:v>5965</c:v>
              </c:pt>
              <c:pt idx="12">
                <c:v>3157</c:v>
              </c:pt>
              <c:pt idx="13">
                <c:v>1958</c:v>
              </c:pt>
              <c:pt idx="14">
                <c:v>3551</c:v>
              </c:pt>
              <c:pt idx="15">
                <c:v>1966</c:v>
              </c:pt>
              <c:pt idx="16">
                <c:v>2478</c:v>
              </c:pt>
              <c:pt idx="17">
                <c:v>1341</c:v>
              </c:pt>
              <c:pt idx="18">
                <c:v>521</c:v>
              </c:pt>
              <c:pt idx="19">
                <c:v>985</c:v>
              </c:pt>
              <c:pt idx="20">
                <c:v>519</c:v>
              </c:pt>
              <c:pt idx="21">
                <c:v>194</c:v>
              </c:pt>
              <c:pt idx="22">
                <c:v>265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EE3-4B16-A22A-50735A2BB2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265183"/>
        <c:axId val="2126194160"/>
      </c:lineChart>
      <c:catAx>
        <c:axId val="18265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194160"/>
        <c:crosses val="autoZero"/>
        <c:auto val="1"/>
        <c:lblAlgn val="ctr"/>
        <c:lblOffset val="100"/>
        <c:noMultiLvlLbl val="0"/>
      </c:catAx>
      <c:valAx>
        <c:axId val="212619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651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59422">
          <a:srgbClr val="8CCEED"/>
        </a:gs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gradFill>
        <a:gsLst>
          <a:gs pos="0">
            <a:schemeClr val="accent1">
              <a:lumMod val="5000"/>
              <a:lumOff val="95000"/>
            </a:schemeClr>
          </a:gs>
          <a:gs pos="74000">
            <a:schemeClr val="accent1">
              <a:lumMod val="45000"/>
              <a:lumOff val="55000"/>
            </a:schemeClr>
          </a:gs>
          <a:gs pos="83000">
            <a:schemeClr val="accent1">
              <a:lumMod val="45000"/>
              <a:lumOff val="55000"/>
            </a:schemeClr>
          </a:gs>
          <a:gs pos="100000">
            <a:schemeClr val="accent1">
              <a:lumMod val="30000"/>
              <a:lumOff val="70000"/>
            </a:schemeClr>
          </a:gs>
        </a:gsLst>
        <a:lin ang="5400000" scaled="1"/>
      </a:gra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DAYS BY DEMAND  </a:t>
            </a:r>
          </a:p>
        </c:rich>
      </c:tx>
      <c:layout>
        <c:manualLayout>
          <c:xMode val="edge"/>
          <c:yMode val="edge"/>
          <c:x val="0.34248383137747013"/>
          <c:y val="2.96559905100830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5418093929616681"/>
          <c:y val="0.1651016270602283"/>
          <c:w val="0.85917910315236157"/>
          <c:h val="0.54431442665888596"/>
        </c:manualLayout>
      </c:layout>
      <c:bar3DChart>
        <c:barDir val="col"/>
        <c:grouping val="standard"/>
        <c:varyColors val="0"/>
        <c:ser>
          <c:idx val="0"/>
          <c:order val="0"/>
          <c:tx>
            <c:v>Total</c:v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accent2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2">
                  <a:lumMod val="75000"/>
                </a:schemeClr>
              </a:contourClr>
            </a:sp3d>
          </c:spPr>
          <c:invertIfNegative val="0"/>
          <c:cat>
            <c:strLit>
              <c:ptCount val="45"/>
              <c:pt idx="0">
                <c:v>01-Jan</c:v>
              </c:pt>
              <c:pt idx="1">
                <c:v>02-Jan</c:v>
              </c:pt>
              <c:pt idx="2">
                <c:v>03-Jan</c:v>
              </c:pt>
              <c:pt idx="3">
                <c:v>04-Jan</c:v>
              </c:pt>
              <c:pt idx="4">
                <c:v>05-Jan</c:v>
              </c:pt>
              <c:pt idx="5">
                <c:v>06-Jan</c:v>
              </c:pt>
              <c:pt idx="6">
                <c:v>07-Jan</c:v>
              </c:pt>
              <c:pt idx="7">
                <c:v>08-Jan</c:v>
              </c:pt>
              <c:pt idx="8">
                <c:v>09-Jan</c:v>
              </c:pt>
              <c:pt idx="9">
                <c:v>10-Jan</c:v>
              </c:pt>
              <c:pt idx="10">
                <c:v>11-Jan</c:v>
              </c:pt>
              <c:pt idx="11">
                <c:v>12-Jan</c:v>
              </c:pt>
              <c:pt idx="12">
                <c:v>13-Jan</c:v>
              </c:pt>
              <c:pt idx="13">
                <c:v>14-Jan</c:v>
              </c:pt>
              <c:pt idx="14">
                <c:v>15-Jan</c:v>
              </c:pt>
              <c:pt idx="15">
                <c:v>16-Jan</c:v>
              </c:pt>
              <c:pt idx="16">
                <c:v>17-Jan</c:v>
              </c:pt>
              <c:pt idx="17">
                <c:v>18-Jan</c:v>
              </c:pt>
              <c:pt idx="18">
                <c:v>19-Jan</c:v>
              </c:pt>
              <c:pt idx="19">
                <c:v>20-Jan</c:v>
              </c:pt>
              <c:pt idx="20">
                <c:v>21-Jan</c:v>
              </c:pt>
              <c:pt idx="21">
                <c:v>22-Jan</c:v>
              </c:pt>
              <c:pt idx="22">
                <c:v>23-Jan</c:v>
              </c:pt>
              <c:pt idx="23">
                <c:v>24-Jan</c:v>
              </c:pt>
              <c:pt idx="24">
                <c:v>25-Jan</c:v>
              </c:pt>
              <c:pt idx="25">
                <c:v>26-Jan</c:v>
              </c:pt>
              <c:pt idx="26">
                <c:v>27-Jan</c:v>
              </c:pt>
              <c:pt idx="27">
                <c:v>28-Jan</c:v>
              </c:pt>
              <c:pt idx="28">
                <c:v>29-Jan</c:v>
              </c:pt>
              <c:pt idx="29">
                <c:v>30-Jan</c:v>
              </c:pt>
              <c:pt idx="30">
                <c:v>31-Jan</c:v>
              </c:pt>
              <c:pt idx="31">
                <c:v>01-Feb</c:v>
              </c:pt>
              <c:pt idx="32">
                <c:v>02-Feb</c:v>
              </c:pt>
              <c:pt idx="33">
                <c:v>03-Feb</c:v>
              </c:pt>
              <c:pt idx="34">
                <c:v>04-Feb</c:v>
              </c:pt>
              <c:pt idx="35">
                <c:v>05-Feb</c:v>
              </c:pt>
              <c:pt idx="36">
                <c:v>06-Feb</c:v>
              </c:pt>
              <c:pt idx="37">
                <c:v>07-Feb</c:v>
              </c:pt>
              <c:pt idx="38">
                <c:v>08-Feb</c:v>
              </c:pt>
              <c:pt idx="39">
                <c:v>09-Feb</c:v>
              </c:pt>
              <c:pt idx="40">
                <c:v>10-Feb</c:v>
              </c:pt>
              <c:pt idx="41">
                <c:v>11-Feb</c:v>
              </c:pt>
              <c:pt idx="42">
                <c:v>12-Feb</c:v>
              </c:pt>
              <c:pt idx="43">
                <c:v>13-Feb</c:v>
              </c:pt>
              <c:pt idx="44">
                <c:v>14-Feb</c:v>
              </c:pt>
            </c:strLit>
          </c:cat>
          <c:val>
            <c:numLit>
              <c:formatCode>General</c:formatCode>
              <c:ptCount val="45"/>
              <c:pt idx="0">
                <c:v>985</c:v>
              </c:pt>
              <c:pt idx="1">
                <c:v>801</c:v>
              </c:pt>
              <c:pt idx="2">
                <c:v>1349</c:v>
              </c:pt>
              <c:pt idx="3">
                <c:v>1562</c:v>
              </c:pt>
              <c:pt idx="4">
                <c:v>1600</c:v>
              </c:pt>
              <c:pt idx="5">
                <c:v>1606</c:v>
              </c:pt>
              <c:pt idx="6">
                <c:v>1510</c:v>
              </c:pt>
              <c:pt idx="7">
                <c:v>959</c:v>
              </c:pt>
              <c:pt idx="8">
                <c:v>822</c:v>
              </c:pt>
              <c:pt idx="9">
                <c:v>1321</c:v>
              </c:pt>
              <c:pt idx="10">
                <c:v>1263</c:v>
              </c:pt>
              <c:pt idx="11">
                <c:v>1162</c:v>
              </c:pt>
              <c:pt idx="12">
                <c:v>1406</c:v>
              </c:pt>
              <c:pt idx="13">
                <c:v>1421</c:v>
              </c:pt>
              <c:pt idx="14">
                <c:v>1248</c:v>
              </c:pt>
              <c:pt idx="15">
                <c:v>1204</c:v>
              </c:pt>
              <c:pt idx="16">
                <c:v>1000</c:v>
              </c:pt>
              <c:pt idx="17">
                <c:v>683</c:v>
              </c:pt>
              <c:pt idx="18">
                <c:v>1650</c:v>
              </c:pt>
              <c:pt idx="19">
                <c:v>1927</c:v>
              </c:pt>
              <c:pt idx="20">
                <c:v>1543</c:v>
              </c:pt>
              <c:pt idx="21">
                <c:v>981</c:v>
              </c:pt>
              <c:pt idx="22">
                <c:v>986</c:v>
              </c:pt>
              <c:pt idx="23">
                <c:v>1416</c:v>
              </c:pt>
              <c:pt idx="24">
                <c:v>1985</c:v>
              </c:pt>
              <c:pt idx="25">
                <c:v>506</c:v>
              </c:pt>
              <c:pt idx="26">
                <c:v>431</c:v>
              </c:pt>
              <c:pt idx="27">
                <c:v>1167</c:v>
              </c:pt>
              <c:pt idx="28">
                <c:v>1098</c:v>
              </c:pt>
              <c:pt idx="29">
                <c:v>1096</c:v>
              </c:pt>
              <c:pt idx="30">
                <c:v>1501</c:v>
              </c:pt>
              <c:pt idx="31">
                <c:v>1360</c:v>
              </c:pt>
              <c:pt idx="32">
                <c:v>1526</c:v>
              </c:pt>
              <c:pt idx="33">
                <c:v>1550</c:v>
              </c:pt>
              <c:pt idx="34">
                <c:v>1708</c:v>
              </c:pt>
              <c:pt idx="35">
                <c:v>1005</c:v>
              </c:pt>
              <c:pt idx="36">
                <c:v>1623</c:v>
              </c:pt>
              <c:pt idx="37">
                <c:v>1712</c:v>
              </c:pt>
              <c:pt idx="38">
                <c:v>1530</c:v>
              </c:pt>
              <c:pt idx="39">
                <c:v>1605</c:v>
              </c:pt>
              <c:pt idx="40">
                <c:v>1538</c:v>
              </c:pt>
              <c:pt idx="41">
                <c:v>1746</c:v>
              </c:pt>
              <c:pt idx="42">
                <c:v>1472</c:v>
              </c:pt>
              <c:pt idx="43">
                <c:v>1589</c:v>
              </c:pt>
              <c:pt idx="44">
                <c:v>151</c:v>
              </c:pt>
            </c:numLit>
          </c:val>
          <c:extLst>
            <c:ext xmlns:c16="http://schemas.microsoft.com/office/drawing/2014/chart" uri="{C3380CC4-5D6E-409C-BE32-E72D297353CC}">
              <c16:uniqueId val="{00000000-9660-49FC-A625-7072CADF0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2138567616"/>
        <c:axId val="2126021360"/>
        <c:axId val="2092473360"/>
      </c:bar3DChart>
      <c:catAx>
        <c:axId val="2138567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021360"/>
        <c:crosses val="autoZero"/>
        <c:auto val="1"/>
        <c:lblAlgn val="ctr"/>
        <c:lblOffset val="100"/>
        <c:noMultiLvlLbl val="0"/>
      </c:catAx>
      <c:valAx>
        <c:axId val="2126021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8567616"/>
        <c:crosses val="autoZero"/>
        <c:crossBetween val="between"/>
      </c:valAx>
      <c:serAx>
        <c:axId val="20924733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021360"/>
        <c:crosses val="autoZero"/>
      </c:ser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ATEMP BY DEMAND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 cmpd="sng" algn="ctr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 cmpd="sng" algn="ctr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 cmpd="sng" algn="ctr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5029894978542709E-2"/>
          <c:y val="0.22398872935000771"/>
          <c:w val="0.88521970820841067"/>
          <c:h val="0.50230334259688125"/>
        </c:manualLayout>
      </c:layout>
      <c:lineChart>
        <c:grouping val="standard"/>
        <c:varyColors val="0"/>
        <c:ser>
          <c:idx val="0"/>
          <c:order val="0"/>
          <c:tx>
            <c:v>Series1</c:v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31"/>
              <c:pt idx="0">
                <c:v>0</c:v>
              </c:pt>
              <c:pt idx="1">
                <c:v>0.0152</c:v>
              </c:pt>
              <c:pt idx="2">
                <c:v>0.0303</c:v>
              </c:pt>
              <c:pt idx="3">
                <c:v>0.0455</c:v>
              </c:pt>
              <c:pt idx="4">
                <c:v>0.0606</c:v>
              </c:pt>
              <c:pt idx="5">
                <c:v>0.0758</c:v>
              </c:pt>
              <c:pt idx="6">
                <c:v>0.0909</c:v>
              </c:pt>
              <c:pt idx="7">
                <c:v>0.1061</c:v>
              </c:pt>
              <c:pt idx="8">
                <c:v>0.1212</c:v>
              </c:pt>
              <c:pt idx="9">
                <c:v>0.1364</c:v>
              </c:pt>
              <c:pt idx="10">
                <c:v>0.1515</c:v>
              </c:pt>
              <c:pt idx="11">
                <c:v>0.1667</c:v>
              </c:pt>
              <c:pt idx="12">
                <c:v>0.1818</c:v>
              </c:pt>
              <c:pt idx="13">
                <c:v>0.197</c:v>
              </c:pt>
              <c:pt idx="14">
                <c:v>0.2121</c:v>
              </c:pt>
              <c:pt idx="15">
                <c:v>0.2273</c:v>
              </c:pt>
              <c:pt idx="16">
                <c:v>0.2424</c:v>
              </c:pt>
              <c:pt idx="17">
                <c:v>0.2576</c:v>
              </c:pt>
              <c:pt idx="18">
                <c:v>0.2727</c:v>
              </c:pt>
              <c:pt idx="19">
                <c:v>0.2879</c:v>
              </c:pt>
              <c:pt idx="20">
                <c:v>0.303</c:v>
              </c:pt>
              <c:pt idx="21">
                <c:v>0.3182</c:v>
              </c:pt>
              <c:pt idx="22">
                <c:v>0.3333</c:v>
              </c:pt>
              <c:pt idx="23">
                <c:v>0.3485</c:v>
              </c:pt>
              <c:pt idx="24">
                <c:v>0.3636</c:v>
              </c:pt>
              <c:pt idx="25">
                <c:v>0.3939</c:v>
              </c:pt>
              <c:pt idx="26">
                <c:v>0.4091</c:v>
              </c:pt>
              <c:pt idx="27">
                <c:v>0.4223</c:v>
              </c:pt>
              <c:pt idx="28">
                <c:v>0.4242</c:v>
              </c:pt>
              <c:pt idx="29">
                <c:v>0.4394</c:v>
              </c:pt>
              <c:pt idx="30">
                <c:v>0.4545</c:v>
              </c:pt>
            </c:strLit>
          </c:cat>
          <c:val>
            <c:numLit>
              <c:formatCode>General</c:formatCode>
              <c:ptCount val="31"/>
              <c:pt idx="0">
                <c:v>39</c:v>
              </c:pt>
              <c:pt idx="1">
                <c:v>11</c:v>
              </c:pt>
              <c:pt idx="2">
                <c:v>108</c:v>
              </c:pt>
              <c:pt idx="3">
                <c:v>28</c:v>
              </c:pt>
              <c:pt idx="4">
                <c:v>155</c:v>
              </c:pt>
              <c:pt idx="5">
                <c:v>683</c:v>
              </c:pt>
              <c:pt idx="6">
                <c:v>101</c:v>
              </c:pt>
              <c:pt idx="7">
                <c:v>1084</c:v>
              </c:pt>
              <c:pt idx="8">
                <c:v>3000</c:v>
              </c:pt>
              <c:pt idx="9">
                <c:v>3452</c:v>
              </c:pt>
              <c:pt idx="10">
                <c:v>3633</c:v>
              </c:pt>
              <c:pt idx="11">
                <c:v>2118</c:v>
              </c:pt>
              <c:pt idx="12">
                <c:v>4658</c:v>
              </c:pt>
              <c:pt idx="13">
                <c:v>5257</c:v>
              </c:pt>
              <c:pt idx="14">
                <c:v>4592</c:v>
              </c:pt>
              <c:pt idx="15">
                <c:v>7009</c:v>
              </c:pt>
              <c:pt idx="16">
                <c:v>2903</c:v>
              </c:pt>
              <c:pt idx="17">
                <c:v>3919</c:v>
              </c:pt>
              <c:pt idx="18">
                <c:v>2542</c:v>
              </c:pt>
              <c:pt idx="19">
                <c:v>2515</c:v>
              </c:pt>
              <c:pt idx="20">
                <c:v>1696</c:v>
              </c:pt>
              <c:pt idx="21">
                <c:v>2182</c:v>
              </c:pt>
              <c:pt idx="22">
                <c:v>2271</c:v>
              </c:pt>
              <c:pt idx="23">
                <c:v>1228</c:v>
              </c:pt>
              <c:pt idx="24">
                <c:v>427</c:v>
              </c:pt>
              <c:pt idx="25">
                <c:v>501</c:v>
              </c:pt>
              <c:pt idx="26">
                <c:v>985</c:v>
              </c:pt>
              <c:pt idx="27">
                <c:v>338</c:v>
              </c:pt>
              <c:pt idx="28">
                <c:v>519</c:v>
              </c:pt>
              <c:pt idx="29">
                <c:v>127</c:v>
              </c:pt>
              <c:pt idx="30">
                <c:v>223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BF4-4C6B-A528-3BEC04C0FE3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87471280"/>
        <c:axId val="2126026160"/>
      </c:lineChart>
      <c:catAx>
        <c:axId val="2087471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026160"/>
        <c:crosses val="autoZero"/>
        <c:auto val="1"/>
        <c:lblAlgn val="ctr"/>
        <c:lblOffset val="100"/>
        <c:noMultiLvlLbl val="0"/>
      </c:catAx>
      <c:valAx>
        <c:axId val="212602616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87471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CAUSAL BY DEMAND</a:t>
            </a:r>
          </a:p>
        </c:rich>
      </c:tx>
      <c:layout>
        <c:manualLayout>
          <c:xMode val="edge"/>
          <c:yMode val="edge"/>
          <c:x val="0.22797874974998272"/>
          <c:y val="4.16914928016519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650786392947679"/>
          <c:y val="5.5806940245736215E-2"/>
          <c:w val="0.86828778755596725"/>
          <c:h val="0.89662012172690297"/>
        </c:manualLayout>
      </c:layout>
      <c:lineChart>
        <c:grouping val="stacked"/>
        <c:varyColors val="0"/>
        <c:ser>
          <c:idx val="0"/>
          <c:order val="0"/>
          <c:tx>
            <c:v>Total</c:v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Lit>
              <c:ptCount val="42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32</c:v>
              </c:pt>
              <c:pt idx="31">
                <c:v>33</c:v>
              </c:pt>
              <c:pt idx="32">
                <c:v>35</c:v>
              </c:pt>
              <c:pt idx="33">
                <c:v>40</c:v>
              </c:pt>
              <c:pt idx="34">
                <c:v>41</c:v>
              </c:pt>
              <c:pt idx="35">
                <c:v>42</c:v>
              </c:pt>
              <c:pt idx="36">
                <c:v>47</c:v>
              </c:pt>
              <c:pt idx="37">
                <c:v>48</c:v>
              </c:pt>
              <c:pt idx="38">
                <c:v>51</c:v>
              </c:pt>
              <c:pt idx="39">
                <c:v>52</c:v>
              </c:pt>
              <c:pt idx="40">
                <c:v>58</c:v>
              </c:pt>
              <c:pt idx="41">
                <c:v>62</c:v>
              </c:pt>
            </c:strLit>
          </c:cat>
          <c:val>
            <c:numLit>
              <c:formatCode>General</c:formatCode>
              <c:ptCount val="42"/>
              <c:pt idx="0">
                <c:v>4557</c:v>
              </c:pt>
              <c:pt idx="1">
                <c:v>6090</c:v>
              </c:pt>
              <c:pt idx="2">
                <c:v>5815</c:v>
              </c:pt>
              <c:pt idx="3">
                <c:v>6911</c:v>
              </c:pt>
              <c:pt idx="4">
                <c:v>5063</c:v>
              </c:pt>
              <c:pt idx="5">
                <c:v>4225</c:v>
              </c:pt>
              <c:pt idx="6">
                <c:v>3509</c:v>
              </c:pt>
              <c:pt idx="7">
                <c:v>3598</c:v>
              </c:pt>
              <c:pt idx="8">
                <c:v>2183</c:v>
              </c:pt>
              <c:pt idx="9">
                <c:v>2497</c:v>
              </c:pt>
              <c:pt idx="10">
                <c:v>1785</c:v>
              </c:pt>
              <c:pt idx="11">
                <c:v>1198</c:v>
              </c:pt>
              <c:pt idx="12">
                <c:v>1026</c:v>
              </c:pt>
              <c:pt idx="13">
                <c:v>715</c:v>
              </c:pt>
              <c:pt idx="14">
                <c:v>857</c:v>
              </c:pt>
              <c:pt idx="15">
                <c:v>589</c:v>
              </c:pt>
              <c:pt idx="16">
                <c:v>366</c:v>
              </c:pt>
              <c:pt idx="17">
                <c:v>354</c:v>
              </c:pt>
              <c:pt idx="18">
                <c:v>502</c:v>
              </c:pt>
              <c:pt idx="19">
                <c:v>476</c:v>
              </c:pt>
              <c:pt idx="20">
                <c:v>303</c:v>
              </c:pt>
              <c:pt idx="21">
                <c:v>716</c:v>
              </c:pt>
              <c:pt idx="22">
                <c:v>409</c:v>
              </c:pt>
              <c:pt idx="23">
                <c:v>316</c:v>
              </c:pt>
              <c:pt idx="24">
                <c:v>374</c:v>
              </c:pt>
              <c:pt idx="25">
                <c:v>286</c:v>
              </c:pt>
              <c:pt idx="26">
                <c:v>120</c:v>
              </c:pt>
              <c:pt idx="27">
                <c:v>251</c:v>
              </c:pt>
              <c:pt idx="28">
                <c:v>271</c:v>
              </c:pt>
              <c:pt idx="29">
                <c:v>359</c:v>
              </c:pt>
              <c:pt idx="30">
                <c:v>135</c:v>
              </c:pt>
              <c:pt idx="31">
                <c:v>128</c:v>
              </c:pt>
              <c:pt idx="32">
                <c:v>219</c:v>
              </c:pt>
              <c:pt idx="33">
                <c:v>272</c:v>
              </c:pt>
              <c:pt idx="34">
                <c:v>93</c:v>
              </c:pt>
              <c:pt idx="35">
                <c:v>302</c:v>
              </c:pt>
              <c:pt idx="36">
                <c:v>611</c:v>
              </c:pt>
              <c:pt idx="37">
                <c:v>174</c:v>
              </c:pt>
              <c:pt idx="38">
                <c:v>161</c:v>
              </c:pt>
              <c:pt idx="39">
                <c:v>182</c:v>
              </c:pt>
              <c:pt idx="40">
                <c:v>152</c:v>
              </c:pt>
              <c:pt idx="41">
                <c:v>154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5C0-4C40-A15C-A3DAD3FBBE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38507760"/>
        <c:axId val="2126031440"/>
      </c:lineChart>
      <c:catAx>
        <c:axId val="2138507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031440"/>
        <c:crosses val="autoZero"/>
        <c:auto val="1"/>
        <c:lblAlgn val="ctr"/>
        <c:lblOffset val="100"/>
        <c:noMultiLvlLbl val="0"/>
      </c:catAx>
      <c:valAx>
        <c:axId val="2126031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8507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HUMIDITY  BY DEMAND</a:t>
            </a:r>
          </a:p>
        </c:rich>
      </c:tx>
      <c:layout>
        <c:manualLayout>
          <c:xMode val="edge"/>
          <c:yMode val="edge"/>
          <c:x val="0.33047748057447179"/>
          <c:y val="6.27643534967462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solidFill>
          <a:schemeClr val="tx2">
            <a:lumMod val="10000"/>
            <a:lumOff val="90000"/>
          </a:schemeClr>
        </a:solidFill>
        <a:ln>
          <a:noFill/>
        </a:ln>
        <a:effectLst/>
        <a:sp3d/>
      </c:spPr>
    </c:sideWall>
    <c:backWall>
      <c:thickness val="0"/>
      <c:spPr>
        <a:solidFill>
          <a:schemeClr val="tx2">
            <a:lumMod val="10000"/>
            <a:lumOff val="90000"/>
          </a:schemeClr>
        </a:solidFill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363870239880006"/>
          <c:y val="0.19741743842437612"/>
          <c:w val="0.89116842884054293"/>
          <c:h val="0.64975362022856498"/>
        </c:manualLayout>
      </c:layout>
      <c:bar3DChart>
        <c:barDir val="col"/>
        <c:grouping val="stacked"/>
        <c:varyColors val="0"/>
        <c:ser>
          <c:idx val="0"/>
          <c:order val="0"/>
          <c:tx>
            <c:v>Series1</c:v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numLit>
              <c:formatCode>General</c:formatCode>
              <c:ptCount val="6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  <c:pt idx="31">
                <c:v>32</c:v>
              </c:pt>
              <c:pt idx="32">
                <c:v>33</c:v>
              </c:pt>
              <c:pt idx="33">
                <c:v>34</c:v>
              </c:pt>
              <c:pt idx="34">
                <c:v>35</c:v>
              </c:pt>
              <c:pt idx="35">
                <c:v>36</c:v>
              </c:pt>
              <c:pt idx="36">
                <c:v>37</c:v>
              </c:pt>
              <c:pt idx="37">
                <c:v>38</c:v>
              </c:pt>
              <c:pt idx="38">
                <c:v>39</c:v>
              </c:pt>
              <c:pt idx="39">
                <c:v>40</c:v>
              </c:pt>
              <c:pt idx="40">
                <c:v>41</c:v>
              </c:pt>
              <c:pt idx="41">
                <c:v>42</c:v>
              </c:pt>
              <c:pt idx="42">
                <c:v>43</c:v>
              </c:pt>
              <c:pt idx="43">
                <c:v>44</c:v>
              </c:pt>
              <c:pt idx="44">
                <c:v>45</c:v>
              </c:pt>
              <c:pt idx="45">
                <c:v>46</c:v>
              </c:pt>
              <c:pt idx="46">
                <c:v>47</c:v>
              </c:pt>
              <c:pt idx="47">
                <c:v>48</c:v>
              </c:pt>
              <c:pt idx="48">
                <c:v>49</c:v>
              </c:pt>
              <c:pt idx="49">
                <c:v>50</c:v>
              </c:pt>
              <c:pt idx="50">
                <c:v>51</c:v>
              </c:pt>
              <c:pt idx="51">
                <c:v>52</c:v>
              </c:pt>
              <c:pt idx="52">
                <c:v>53</c:v>
              </c:pt>
              <c:pt idx="53">
                <c:v>54</c:v>
              </c:pt>
              <c:pt idx="54">
                <c:v>55</c:v>
              </c:pt>
              <c:pt idx="55">
                <c:v>56</c:v>
              </c:pt>
              <c:pt idx="56">
                <c:v>57</c:v>
              </c:pt>
              <c:pt idx="57">
                <c:v>58</c:v>
              </c:pt>
              <c:pt idx="58">
                <c:v>59</c:v>
              </c:pt>
              <c:pt idx="59">
                <c:v>60</c:v>
              </c:pt>
              <c:pt idx="60">
                <c:v>61</c:v>
              </c:pt>
              <c:pt idx="61">
                <c:v>62</c:v>
              </c:pt>
              <c:pt idx="62">
                <c:v>63</c:v>
              </c:pt>
              <c:pt idx="63">
                <c:v>64</c:v>
              </c:pt>
            </c:numLit>
          </c:cat>
          <c:val>
            <c:numLit>
              <c:formatCode>General</c:formatCode>
              <c:ptCount val="64"/>
              <c:pt idx="0">
                <c:v>147</c:v>
              </c:pt>
              <c:pt idx="1">
                <c:v>211</c:v>
              </c:pt>
              <c:pt idx="2">
                <c:v>112</c:v>
              </c:pt>
              <c:pt idx="3">
                <c:v>531</c:v>
              </c:pt>
              <c:pt idx="4">
                <c:v>206</c:v>
              </c:pt>
              <c:pt idx="5">
                <c:v>1758</c:v>
              </c:pt>
              <c:pt idx="6">
                <c:v>611</c:v>
              </c:pt>
              <c:pt idx="7">
                <c:v>1091</c:v>
              </c:pt>
              <c:pt idx="8">
                <c:v>354</c:v>
              </c:pt>
              <c:pt idx="9">
                <c:v>1023</c:v>
              </c:pt>
              <c:pt idx="10">
                <c:v>536</c:v>
              </c:pt>
              <c:pt idx="11">
                <c:v>652</c:v>
              </c:pt>
              <c:pt idx="12">
                <c:v>1139</c:v>
              </c:pt>
              <c:pt idx="13">
                <c:v>670</c:v>
              </c:pt>
              <c:pt idx="14">
                <c:v>1571</c:v>
              </c:pt>
              <c:pt idx="15">
                <c:v>1498</c:v>
              </c:pt>
              <c:pt idx="16">
                <c:v>1084</c:v>
              </c:pt>
              <c:pt idx="17">
                <c:v>2475</c:v>
              </c:pt>
              <c:pt idx="18">
                <c:v>1102</c:v>
              </c:pt>
              <c:pt idx="19">
                <c:v>1151</c:v>
              </c:pt>
              <c:pt idx="20">
                <c:v>809</c:v>
              </c:pt>
              <c:pt idx="21">
                <c:v>756</c:v>
              </c:pt>
              <c:pt idx="22">
                <c:v>1134</c:v>
              </c:pt>
              <c:pt idx="23">
                <c:v>1325</c:v>
              </c:pt>
              <c:pt idx="24">
                <c:v>3215</c:v>
              </c:pt>
              <c:pt idx="25">
                <c:v>1067</c:v>
              </c:pt>
              <c:pt idx="26">
                <c:v>1553</c:v>
              </c:pt>
              <c:pt idx="27">
                <c:v>1955</c:v>
              </c:pt>
              <c:pt idx="28">
                <c:v>2184</c:v>
              </c:pt>
              <c:pt idx="29">
                <c:v>679</c:v>
              </c:pt>
              <c:pt idx="30">
                <c:v>203</c:v>
              </c:pt>
              <c:pt idx="31">
                <c:v>440</c:v>
              </c:pt>
              <c:pt idx="32">
                <c:v>2021</c:v>
              </c:pt>
              <c:pt idx="33">
                <c:v>1706</c:v>
              </c:pt>
              <c:pt idx="34">
                <c:v>684</c:v>
              </c:pt>
              <c:pt idx="35">
                <c:v>181</c:v>
              </c:pt>
              <c:pt idx="36">
                <c:v>2568</c:v>
              </c:pt>
              <c:pt idx="37">
                <c:v>993</c:v>
              </c:pt>
              <c:pt idx="38">
                <c:v>525</c:v>
              </c:pt>
              <c:pt idx="39">
                <c:v>186</c:v>
              </c:pt>
              <c:pt idx="40">
                <c:v>182</c:v>
              </c:pt>
              <c:pt idx="41">
                <c:v>1003</c:v>
              </c:pt>
              <c:pt idx="42">
                <c:v>1114</c:v>
              </c:pt>
              <c:pt idx="43">
                <c:v>343</c:v>
              </c:pt>
              <c:pt idx="44">
                <c:v>186</c:v>
              </c:pt>
              <c:pt idx="45">
                <c:v>1384</c:v>
              </c:pt>
              <c:pt idx="46">
                <c:v>839</c:v>
              </c:pt>
              <c:pt idx="47">
                <c:v>257</c:v>
              </c:pt>
              <c:pt idx="48">
                <c:v>200</c:v>
              </c:pt>
              <c:pt idx="49">
                <c:v>74</c:v>
              </c:pt>
              <c:pt idx="50">
                <c:v>1400</c:v>
              </c:pt>
              <c:pt idx="51">
                <c:v>904</c:v>
              </c:pt>
              <c:pt idx="52">
                <c:v>206</c:v>
              </c:pt>
              <c:pt idx="53">
                <c:v>196</c:v>
              </c:pt>
              <c:pt idx="54">
                <c:v>1328</c:v>
              </c:pt>
              <c:pt idx="55">
                <c:v>609</c:v>
              </c:pt>
              <c:pt idx="56">
                <c:v>348</c:v>
              </c:pt>
              <c:pt idx="57">
                <c:v>1309</c:v>
              </c:pt>
              <c:pt idx="58">
                <c:v>719</c:v>
              </c:pt>
              <c:pt idx="59">
                <c:v>128</c:v>
              </c:pt>
              <c:pt idx="60">
                <c:v>90</c:v>
              </c:pt>
              <c:pt idx="61">
                <c:v>2457</c:v>
              </c:pt>
              <c:pt idx="62">
                <c:v>54</c:v>
              </c:pt>
              <c:pt idx="63">
                <c:v>868</c:v>
              </c:pt>
            </c:numLit>
          </c:val>
          <c:extLst>
            <c:ext xmlns:c16="http://schemas.microsoft.com/office/drawing/2014/chart" uri="{C3380CC4-5D6E-409C-BE32-E72D297353CC}">
              <c16:uniqueId val="{00000001-E8E1-4B8F-B8FA-15394BA22E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138400576"/>
        <c:axId val="2126146160"/>
        <c:axId val="0"/>
      </c:bar3DChart>
      <c:catAx>
        <c:axId val="2138400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146160"/>
        <c:crosses val="autoZero"/>
        <c:auto val="1"/>
        <c:lblAlgn val="ctr"/>
        <c:lblOffset val="100"/>
        <c:noMultiLvlLbl val="0"/>
      </c:catAx>
      <c:valAx>
        <c:axId val="2126146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2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8400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40000"/>
        <a:lumOff val="6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2400" u="sng">
                <a:solidFill>
                  <a:schemeClr val="bg1"/>
                </a:solidFill>
                <a:latin typeface="Arial Black" panose="020B0A04020102020204" pitchFamily="34" charset="0"/>
              </a:rPr>
              <a:t>FORECASTING</a:t>
            </a:r>
          </a:p>
        </c:rich>
      </c:tx>
      <c:layout>
        <c:manualLayout>
          <c:xMode val="edge"/>
          <c:yMode val="edge"/>
          <c:x val="0.15466973828316777"/>
          <c:y val="3.2573256484386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4829331116219163E-2"/>
          <c:y val="0.13330742748065585"/>
          <c:w val="0.91877028414926398"/>
          <c:h val="0.71093540580154757"/>
        </c:manualLayout>
      </c:layout>
      <c:lineChart>
        <c:grouping val="standard"/>
        <c:varyColors val="0"/>
        <c:ser>
          <c:idx val="0"/>
          <c:order val="0"/>
          <c:tx>
            <c:strRef>
              <c:f>'[Bike^120Sharing^120Project (Recovered).xlsx]FORECAST 1'!$B$1</c:f>
              <c:strCache>
                <c:ptCount val="1"/>
                <c:pt idx="0">
                  <c:v>Values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val>
            <c:numRef>
              <c:f>'[Bike^120Sharing^120Project (Recovered).xlsx]FORECAST 1'!$B$2:$B$58</c:f>
              <c:numCache>
                <c:formatCode>General</c:formatCode>
                <c:ptCount val="57"/>
                <c:pt idx="0">
                  <c:v>41.041666666666664</c:v>
                </c:pt>
                <c:pt idx="1">
                  <c:v>34.826086956521742</c:v>
                </c:pt>
                <c:pt idx="2">
                  <c:v>61.31818181818182</c:v>
                </c:pt>
                <c:pt idx="3">
                  <c:v>67.913043478260875</c:v>
                </c:pt>
                <c:pt idx="4">
                  <c:v>69.565217391304344</c:v>
                </c:pt>
                <c:pt idx="5">
                  <c:v>69.826086956521735</c:v>
                </c:pt>
                <c:pt idx="6">
                  <c:v>65.652173913043484</c:v>
                </c:pt>
                <c:pt idx="7">
                  <c:v>39.958333333333336</c:v>
                </c:pt>
                <c:pt idx="8">
                  <c:v>34.25</c:v>
                </c:pt>
                <c:pt idx="9">
                  <c:v>55.041666666666664</c:v>
                </c:pt>
                <c:pt idx="10">
                  <c:v>57.409090909090907</c:v>
                </c:pt>
                <c:pt idx="11">
                  <c:v>52.81818181818182</c:v>
                </c:pt>
                <c:pt idx="12">
                  <c:v>58.583333333333336</c:v>
                </c:pt>
                <c:pt idx="13">
                  <c:v>61.782608695652172</c:v>
                </c:pt>
                <c:pt idx="14">
                  <c:v>52</c:v>
                </c:pt>
                <c:pt idx="15">
                  <c:v>50.166666666666664</c:v>
                </c:pt>
                <c:pt idx="16">
                  <c:v>41.666666666666664</c:v>
                </c:pt>
                <c:pt idx="17">
                  <c:v>56.916666666666664</c:v>
                </c:pt>
                <c:pt idx="18">
                  <c:v>71.739130434782609</c:v>
                </c:pt>
                <c:pt idx="19">
                  <c:v>80.291666666666671</c:v>
                </c:pt>
                <c:pt idx="20">
                  <c:v>64.291666666666671</c:v>
                </c:pt>
                <c:pt idx="21">
                  <c:v>42.652173913043477</c:v>
                </c:pt>
                <c:pt idx="22">
                  <c:v>42.869565217391305</c:v>
                </c:pt>
                <c:pt idx="23">
                  <c:v>61.565217391304351</c:v>
                </c:pt>
                <c:pt idx="24">
                  <c:v>86.304347826086953</c:v>
                </c:pt>
                <c:pt idx="25">
                  <c:v>31.625</c:v>
                </c:pt>
                <c:pt idx="26">
                  <c:v>53.875</c:v>
                </c:pt>
                <c:pt idx="27">
                  <c:v>50.739130434782609</c:v>
                </c:pt>
                <c:pt idx="28">
                  <c:v>47.739130434782609</c:v>
                </c:pt>
                <c:pt idx="29">
                  <c:v>47.652173913043477</c:v>
                </c:pt>
                <c:pt idx="30">
                  <c:v>62.541666666666664</c:v>
                </c:pt>
                <c:pt idx="31">
                  <c:v>59.130434782608695</c:v>
                </c:pt>
                <c:pt idx="32">
                  <c:v>63.583333333333336</c:v>
                </c:pt>
                <c:pt idx="33">
                  <c:v>67.391304347826093</c:v>
                </c:pt>
                <c:pt idx="34">
                  <c:v>74.260869565217391</c:v>
                </c:pt>
                <c:pt idx="35">
                  <c:v>41.875</c:v>
                </c:pt>
                <c:pt idx="36">
                  <c:v>67.625</c:v>
                </c:pt>
                <c:pt idx="37">
                  <c:v>71.333333333333329</c:v>
                </c:pt>
                <c:pt idx="38">
                  <c:v>63.75</c:v>
                </c:pt>
                <c:pt idx="39">
                  <c:v>69.782608695652172</c:v>
                </c:pt>
                <c:pt idx="40">
                  <c:v>66.869565217391298</c:v>
                </c:pt>
                <c:pt idx="41">
                  <c:v>79.36363636363636</c:v>
                </c:pt>
                <c:pt idx="42">
                  <c:v>61.333333333333336</c:v>
                </c:pt>
                <c:pt idx="43">
                  <c:v>69.086956521739125</c:v>
                </c:pt>
                <c:pt idx="44">
                  <c:v>18.875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05-45AF-92F6-F6C1DEF7E907}"/>
            </c:ext>
          </c:extLst>
        </c:ser>
        <c:ser>
          <c:idx val="1"/>
          <c:order val="1"/>
          <c:tx>
            <c:strRef>
              <c:f>'[Bike^120Sharing^120Project (Recovered).xlsx]FORECAST 1'!$C$1</c:f>
              <c:strCache>
                <c:ptCount val="1"/>
                <c:pt idx="0">
                  <c:v>Forecast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'[Bike^120Sharing^120Project (Recovered).xlsx]FORECAST 1'!$A$2:$A$58</c:f>
              <c:numCache>
                <c:formatCode>[$-14009]dd/mm/yyyy;@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'[Bike^120Sharing^120Project (Recovered).xlsx]FORECAST 1'!$C$2:$C$58</c:f>
              <c:numCache>
                <c:formatCode>General</c:formatCode>
                <c:ptCount val="57"/>
                <c:pt idx="44">
                  <c:v>18.875</c:v>
                </c:pt>
                <c:pt idx="45">
                  <c:v>61.270134143024279</c:v>
                </c:pt>
                <c:pt idx="46">
                  <c:v>61.525827765725516</c:v>
                </c:pt>
                <c:pt idx="47">
                  <c:v>61.781521388426746</c:v>
                </c:pt>
                <c:pt idx="48">
                  <c:v>62.037215011127984</c:v>
                </c:pt>
                <c:pt idx="49">
                  <c:v>62.292908633829221</c:v>
                </c:pt>
                <c:pt idx="50">
                  <c:v>62.548602256530458</c:v>
                </c:pt>
                <c:pt idx="51">
                  <c:v>62.804295879231688</c:v>
                </c:pt>
                <c:pt idx="52">
                  <c:v>63.059989501932925</c:v>
                </c:pt>
                <c:pt idx="53">
                  <c:v>63.315683124634162</c:v>
                </c:pt>
                <c:pt idx="54">
                  <c:v>63.5713767473354</c:v>
                </c:pt>
                <c:pt idx="55">
                  <c:v>63.827070370036637</c:v>
                </c:pt>
                <c:pt idx="56">
                  <c:v>64.082763992737867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05-45AF-92F6-F6C1DEF7E907}"/>
            </c:ext>
          </c:extLst>
        </c:ser>
        <c:ser>
          <c:idx val="2"/>
          <c:order val="2"/>
          <c:tx>
            <c:strRef>
              <c:f>'[Bike^120Sharing^120Project (Recovered).xlsx]FORECAST 1'!$D$1</c:f>
              <c:strCache>
                <c:ptCount val="1"/>
                <c:pt idx="0">
                  <c:v>Lower Confidence Bound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'[Bike^120Sharing^120Project (Recovered).xlsx]FORECAST 1'!$A$2:$A$58</c:f>
              <c:numCache>
                <c:formatCode>[$-14009]dd/mm/yyyy;@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'[Bike^120Sharing^120Project (Recovered).xlsx]FORECAST 1'!$D$2:$D$58</c:f>
              <c:numCache>
                <c:formatCode>General</c:formatCode>
                <c:ptCount val="57"/>
                <c:pt idx="44" formatCode="0.00">
                  <c:v>18.875</c:v>
                </c:pt>
                <c:pt idx="45" formatCode="0.00">
                  <c:v>31.858655883675784</c:v>
                </c:pt>
                <c:pt idx="46" formatCode="0.00">
                  <c:v>31.878109408718345</c:v>
                </c:pt>
                <c:pt idx="47" formatCode="0.00">
                  <c:v>31.895739851191895</c:v>
                </c:pt>
                <c:pt idx="48" formatCode="0.00">
                  <c:v>31.911561716718598</c:v>
                </c:pt>
                <c:pt idx="49" formatCode="0.00">
                  <c:v>31.925589377473688</c:v>
                </c:pt>
                <c:pt idx="50" formatCode="0.00">
                  <c:v>31.937837068955986</c:v>
                </c:pt>
                <c:pt idx="51" formatCode="0.00">
                  <c:v>31.948318887095059</c:v>
                </c:pt>
                <c:pt idx="52" formatCode="0.00">
                  <c:v>31.95704878567814</c:v>
                </c:pt>
                <c:pt idx="53" formatCode="0.00">
                  <c:v>31.964040574080091</c:v>
                </c:pt>
                <c:pt idx="54" formatCode="0.00">
                  <c:v>31.969307915280588</c:v>
                </c:pt>
                <c:pt idx="55" formatCode="0.00">
                  <c:v>31.972864324152855</c:v>
                </c:pt>
                <c:pt idx="56" formatCode="0.00">
                  <c:v>31.974723166009028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05-45AF-92F6-F6C1DEF7E907}"/>
            </c:ext>
          </c:extLst>
        </c:ser>
        <c:ser>
          <c:idx val="3"/>
          <c:order val="3"/>
          <c:tx>
            <c:strRef>
              <c:f>'[Bike^120Sharing^120Project (Recovered).xlsx]FORECAST 1'!$E$1</c:f>
              <c:strCache>
                <c:ptCount val="1"/>
                <c:pt idx="0">
                  <c:v>Upper Confidence Bound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'[Bike^120Sharing^120Project (Recovered).xlsx]FORECAST 1'!$A$2:$A$58</c:f>
              <c:numCache>
                <c:formatCode>[$-14009]dd/mm/yyyy;@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'[Bike^120Sharing^120Project (Recovered).xlsx]FORECAST 1'!$E$2:$E$58</c:f>
              <c:numCache>
                <c:formatCode>General</c:formatCode>
                <c:ptCount val="57"/>
                <c:pt idx="44" formatCode="0.00">
                  <c:v>18.875</c:v>
                </c:pt>
                <c:pt idx="45" formatCode="0.00">
                  <c:v>90.681612402372778</c:v>
                </c:pt>
                <c:pt idx="46" formatCode="0.00">
                  <c:v>91.173546122732688</c:v>
                </c:pt>
                <c:pt idx="47" formatCode="0.00">
                  <c:v>91.667302925661602</c:v>
                </c:pt>
                <c:pt idx="48" formatCode="0.00">
                  <c:v>92.162868305537373</c:v>
                </c:pt>
                <c:pt idx="49" formatCode="0.00">
                  <c:v>92.660227890184757</c:v>
                </c:pt>
                <c:pt idx="50" formatCode="0.00">
                  <c:v>93.15936744410493</c:v>
                </c:pt>
                <c:pt idx="51" formatCode="0.00">
                  <c:v>93.660272871368321</c:v>
                </c:pt>
                <c:pt idx="52" formatCode="0.00">
                  <c:v>94.162930218187711</c:v>
                </c:pt>
                <c:pt idx="53" formatCode="0.00">
                  <c:v>94.667325675188238</c:v>
                </c:pt>
                <c:pt idx="54" formatCode="0.00">
                  <c:v>95.173445579390204</c:v>
                </c:pt>
                <c:pt idx="55" formatCode="0.00">
                  <c:v>95.681276415920422</c:v>
                </c:pt>
                <c:pt idx="56" formatCode="0.00">
                  <c:v>96.190804819466706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805-45AF-92F6-F6C1DEF7E9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7079024"/>
        <c:axId val="1991321071"/>
      </c:lineChart>
      <c:catAx>
        <c:axId val="49707902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1321071"/>
        <c:crosses val="autoZero"/>
        <c:auto val="1"/>
        <c:lblAlgn val="ctr"/>
        <c:lblOffset val="100"/>
        <c:noMultiLvlLbl val="0"/>
      </c:catAx>
      <c:valAx>
        <c:axId val="1991321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7079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 sz="2800"/>
              <a:t>Anomaly Detections</a:t>
            </a:r>
          </a:p>
        </c:rich>
      </c:tx>
      <c:layout>
        <c:manualLayout>
          <c:xMode val="edge"/>
          <c:yMode val="edge"/>
          <c:x val="0.17641841404741285"/>
          <c:y val="5.48841184118124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'[Bike^120Sharing^120Project (Recovered).xlsx]Append1'!$T$3</c:f>
              <c:strCache>
                <c:ptCount val="1"/>
                <c:pt idx="0">
                  <c:v>cnt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'[Bike^120Sharing^120Project (Recovered).xlsx]Append1'!$S$4:$S$1003</c:f>
              <c:numCache>
                <c:formatCode>m/d/yyyy</c:formatCode>
                <c:ptCount val="1000"/>
                <c:pt idx="0">
                  <c:v>40544</c:v>
                </c:pt>
                <c:pt idx="1">
                  <c:v>40544</c:v>
                </c:pt>
                <c:pt idx="2">
                  <c:v>40544</c:v>
                </c:pt>
                <c:pt idx="3">
                  <c:v>40544</c:v>
                </c:pt>
                <c:pt idx="4">
                  <c:v>40544</c:v>
                </c:pt>
                <c:pt idx="5">
                  <c:v>40544</c:v>
                </c:pt>
                <c:pt idx="6">
                  <c:v>40544</c:v>
                </c:pt>
                <c:pt idx="7">
                  <c:v>40544</c:v>
                </c:pt>
                <c:pt idx="8">
                  <c:v>40544</c:v>
                </c:pt>
                <c:pt idx="9">
                  <c:v>40544</c:v>
                </c:pt>
                <c:pt idx="10">
                  <c:v>40544</c:v>
                </c:pt>
                <c:pt idx="11">
                  <c:v>40544</c:v>
                </c:pt>
                <c:pt idx="12">
                  <c:v>40544</c:v>
                </c:pt>
                <c:pt idx="13">
                  <c:v>40544</c:v>
                </c:pt>
                <c:pt idx="14">
                  <c:v>40544</c:v>
                </c:pt>
                <c:pt idx="15">
                  <c:v>40544</c:v>
                </c:pt>
                <c:pt idx="16">
                  <c:v>40544</c:v>
                </c:pt>
                <c:pt idx="17">
                  <c:v>40544</c:v>
                </c:pt>
                <c:pt idx="18">
                  <c:v>40544</c:v>
                </c:pt>
                <c:pt idx="19">
                  <c:v>40544</c:v>
                </c:pt>
                <c:pt idx="20">
                  <c:v>40544</c:v>
                </c:pt>
                <c:pt idx="21">
                  <c:v>40544</c:v>
                </c:pt>
                <c:pt idx="22">
                  <c:v>40544</c:v>
                </c:pt>
                <c:pt idx="23">
                  <c:v>40544</c:v>
                </c:pt>
                <c:pt idx="24">
                  <c:v>40545</c:v>
                </c:pt>
                <c:pt idx="25">
                  <c:v>40545</c:v>
                </c:pt>
                <c:pt idx="26">
                  <c:v>40545</c:v>
                </c:pt>
                <c:pt idx="27">
                  <c:v>40545</c:v>
                </c:pt>
                <c:pt idx="28">
                  <c:v>40545</c:v>
                </c:pt>
                <c:pt idx="29">
                  <c:v>40545</c:v>
                </c:pt>
                <c:pt idx="30">
                  <c:v>40545</c:v>
                </c:pt>
                <c:pt idx="31">
                  <c:v>40545</c:v>
                </c:pt>
                <c:pt idx="32">
                  <c:v>40545</c:v>
                </c:pt>
                <c:pt idx="33">
                  <c:v>40545</c:v>
                </c:pt>
                <c:pt idx="34">
                  <c:v>40545</c:v>
                </c:pt>
                <c:pt idx="35">
                  <c:v>40545</c:v>
                </c:pt>
                <c:pt idx="36">
                  <c:v>40545</c:v>
                </c:pt>
                <c:pt idx="37">
                  <c:v>40545</c:v>
                </c:pt>
                <c:pt idx="38">
                  <c:v>40545</c:v>
                </c:pt>
                <c:pt idx="39">
                  <c:v>40545</c:v>
                </c:pt>
                <c:pt idx="40">
                  <c:v>40545</c:v>
                </c:pt>
                <c:pt idx="41">
                  <c:v>40545</c:v>
                </c:pt>
                <c:pt idx="42">
                  <c:v>40545</c:v>
                </c:pt>
                <c:pt idx="43">
                  <c:v>40545</c:v>
                </c:pt>
                <c:pt idx="44">
                  <c:v>40545</c:v>
                </c:pt>
                <c:pt idx="45">
                  <c:v>40545</c:v>
                </c:pt>
                <c:pt idx="46">
                  <c:v>40545</c:v>
                </c:pt>
                <c:pt idx="47">
                  <c:v>40546</c:v>
                </c:pt>
                <c:pt idx="48">
                  <c:v>40546</c:v>
                </c:pt>
                <c:pt idx="49">
                  <c:v>40546</c:v>
                </c:pt>
                <c:pt idx="50">
                  <c:v>40546</c:v>
                </c:pt>
                <c:pt idx="51">
                  <c:v>40546</c:v>
                </c:pt>
                <c:pt idx="52">
                  <c:v>40546</c:v>
                </c:pt>
                <c:pt idx="53">
                  <c:v>40546</c:v>
                </c:pt>
                <c:pt idx="54">
                  <c:v>40546</c:v>
                </c:pt>
                <c:pt idx="55">
                  <c:v>40546</c:v>
                </c:pt>
                <c:pt idx="56">
                  <c:v>40546</c:v>
                </c:pt>
                <c:pt idx="57">
                  <c:v>40546</c:v>
                </c:pt>
                <c:pt idx="58">
                  <c:v>40546</c:v>
                </c:pt>
                <c:pt idx="59">
                  <c:v>40546</c:v>
                </c:pt>
                <c:pt idx="60">
                  <c:v>40546</c:v>
                </c:pt>
                <c:pt idx="61">
                  <c:v>40546</c:v>
                </c:pt>
                <c:pt idx="62">
                  <c:v>40546</c:v>
                </c:pt>
                <c:pt idx="63">
                  <c:v>40546</c:v>
                </c:pt>
                <c:pt idx="64">
                  <c:v>40546</c:v>
                </c:pt>
                <c:pt idx="65">
                  <c:v>40546</c:v>
                </c:pt>
                <c:pt idx="66">
                  <c:v>40546</c:v>
                </c:pt>
                <c:pt idx="67">
                  <c:v>40546</c:v>
                </c:pt>
                <c:pt idx="68">
                  <c:v>40546</c:v>
                </c:pt>
                <c:pt idx="69">
                  <c:v>40547</c:v>
                </c:pt>
                <c:pt idx="70">
                  <c:v>40547</c:v>
                </c:pt>
                <c:pt idx="71">
                  <c:v>40547</c:v>
                </c:pt>
                <c:pt idx="72">
                  <c:v>40547</c:v>
                </c:pt>
                <c:pt idx="73">
                  <c:v>40547</c:v>
                </c:pt>
                <c:pt idx="74">
                  <c:v>40547</c:v>
                </c:pt>
                <c:pt idx="75">
                  <c:v>40547</c:v>
                </c:pt>
                <c:pt idx="76">
                  <c:v>40547</c:v>
                </c:pt>
                <c:pt idx="77">
                  <c:v>40547</c:v>
                </c:pt>
                <c:pt idx="78">
                  <c:v>40547</c:v>
                </c:pt>
                <c:pt idx="79">
                  <c:v>40547</c:v>
                </c:pt>
                <c:pt idx="80">
                  <c:v>40547</c:v>
                </c:pt>
                <c:pt idx="81">
                  <c:v>40547</c:v>
                </c:pt>
                <c:pt idx="82">
                  <c:v>40547</c:v>
                </c:pt>
                <c:pt idx="83">
                  <c:v>40547</c:v>
                </c:pt>
                <c:pt idx="84">
                  <c:v>40547</c:v>
                </c:pt>
                <c:pt idx="85">
                  <c:v>40547</c:v>
                </c:pt>
                <c:pt idx="86">
                  <c:v>40547</c:v>
                </c:pt>
                <c:pt idx="87">
                  <c:v>40547</c:v>
                </c:pt>
                <c:pt idx="88">
                  <c:v>40547</c:v>
                </c:pt>
                <c:pt idx="89">
                  <c:v>40547</c:v>
                </c:pt>
                <c:pt idx="90">
                  <c:v>40547</c:v>
                </c:pt>
                <c:pt idx="91">
                  <c:v>40547</c:v>
                </c:pt>
                <c:pt idx="92">
                  <c:v>40548</c:v>
                </c:pt>
                <c:pt idx="93">
                  <c:v>40548</c:v>
                </c:pt>
                <c:pt idx="94">
                  <c:v>40548</c:v>
                </c:pt>
                <c:pt idx="95">
                  <c:v>40548</c:v>
                </c:pt>
                <c:pt idx="96">
                  <c:v>40548</c:v>
                </c:pt>
                <c:pt idx="97">
                  <c:v>40548</c:v>
                </c:pt>
                <c:pt idx="98">
                  <c:v>40548</c:v>
                </c:pt>
                <c:pt idx="99">
                  <c:v>40548</c:v>
                </c:pt>
                <c:pt idx="100">
                  <c:v>40548</c:v>
                </c:pt>
                <c:pt idx="101">
                  <c:v>40548</c:v>
                </c:pt>
                <c:pt idx="102">
                  <c:v>40548</c:v>
                </c:pt>
                <c:pt idx="103">
                  <c:v>40548</c:v>
                </c:pt>
                <c:pt idx="104">
                  <c:v>40548</c:v>
                </c:pt>
                <c:pt idx="105">
                  <c:v>40548</c:v>
                </c:pt>
                <c:pt idx="106">
                  <c:v>40548</c:v>
                </c:pt>
                <c:pt idx="107">
                  <c:v>40548</c:v>
                </c:pt>
                <c:pt idx="108">
                  <c:v>40548</c:v>
                </c:pt>
                <c:pt idx="109">
                  <c:v>40548</c:v>
                </c:pt>
                <c:pt idx="110">
                  <c:v>40548</c:v>
                </c:pt>
                <c:pt idx="111">
                  <c:v>40548</c:v>
                </c:pt>
                <c:pt idx="112">
                  <c:v>40548</c:v>
                </c:pt>
                <c:pt idx="113">
                  <c:v>40548</c:v>
                </c:pt>
                <c:pt idx="114">
                  <c:v>40548</c:v>
                </c:pt>
                <c:pt idx="115">
                  <c:v>40549</c:v>
                </c:pt>
                <c:pt idx="116">
                  <c:v>40549</c:v>
                </c:pt>
                <c:pt idx="117">
                  <c:v>40549</c:v>
                </c:pt>
                <c:pt idx="118">
                  <c:v>40549</c:v>
                </c:pt>
                <c:pt idx="119">
                  <c:v>40549</c:v>
                </c:pt>
                <c:pt idx="120">
                  <c:v>40549</c:v>
                </c:pt>
                <c:pt idx="121">
                  <c:v>40549</c:v>
                </c:pt>
                <c:pt idx="122">
                  <c:v>40549</c:v>
                </c:pt>
                <c:pt idx="123">
                  <c:v>40549</c:v>
                </c:pt>
                <c:pt idx="124">
                  <c:v>40549</c:v>
                </c:pt>
                <c:pt idx="125">
                  <c:v>40549</c:v>
                </c:pt>
                <c:pt idx="126">
                  <c:v>40549</c:v>
                </c:pt>
                <c:pt idx="127">
                  <c:v>40549</c:v>
                </c:pt>
                <c:pt idx="128">
                  <c:v>40549</c:v>
                </c:pt>
                <c:pt idx="129">
                  <c:v>40549</c:v>
                </c:pt>
                <c:pt idx="130">
                  <c:v>40549</c:v>
                </c:pt>
                <c:pt idx="131">
                  <c:v>40549</c:v>
                </c:pt>
                <c:pt idx="132">
                  <c:v>40549</c:v>
                </c:pt>
                <c:pt idx="133">
                  <c:v>40549</c:v>
                </c:pt>
                <c:pt idx="134">
                  <c:v>40549</c:v>
                </c:pt>
                <c:pt idx="135">
                  <c:v>40549</c:v>
                </c:pt>
                <c:pt idx="136">
                  <c:v>40549</c:v>
                </c:pt>
                <c:pt idx="137">
                  <c:v>40549</c:v>
                </c:pt>
                <c:pt idx="138">
                  <c:v>40550</c:v>
                </c:pt>
                <c:pt idx="139">
                  <c:v>40550</c:v>
                </c:pt>
                <c:pt idx="140">
                  <c:v>40550</c:v>
                </c:pt>
                <c:pt idx="141">
                  <c:v>40550</c:v>
                </c:pt>
                <c:pt idx="142">
                  <c:v>40550</c:v>
                </c:pt>
                <c:pt idx="143">
                  <c:v>40550</c:v>
                </c:pt>
                <c:pt idx="144">
                  <c:v>40550</c:v>
                </c:pt>
                <c:pt idx="145">
                  <c:v>40550</c:v>
                </c:pt>
                <c:pt idx="146">
                  <c:v>40550</c:v>
                </c:pt>
                <c:pt idx="147">
                  <c:v>40550</c:v>
                </c:pt>
                <c:pt idx="148">
                  <c:v>40550</c:v>
                </c:pt>
                <c:pt idx="149">
                  <c:v>40550</c:v>
                </c:pt>
                <c:pt idx="150">
                  <c:v>40550</c:v>
                </c:pt>
                <c:pt idx="151">
                  <c:v>40550</c:v>
                </c:pt>
                <c:pt idx="152">
                  <c:v>40550</c:v>
                </c:pt>
                <c:pt idx="153">
                  <c:v>40550</c:v>
                </c:pt>
                <c:pt idx="154">
                  <c:v>40550</c:v>
                </c:pt>
                <c:pt idx="155">
                  <c:v>40550</c:v>
                </c:pt>
                <c:pt idx="156">
                  <c:v>40550</c:v>
                </c:pt>
                <c:pt idx="157">
                  <c:v>40550</c:v>
                </c:pt>
                <c:pt idx="158">
                  <c:v>40550</c:v>
                </c:pt>
                <c:pt idx="159">
                  <c:v>40550</c:v>
                </c:pt>
                <c:pt idx="160">
                  <c:v>40550</c:v>
                </c:pt>
                <c:pt idx="161">
                  <c:v>40551</c:v>
                </c:pt>
                <c:pt idx="162">
                  <c:v>40551</c:v>
                </c:pt>
                <c:pt idx="163">
                  <c:v>40551</c:v>
                </c:pt>
                <c:pt idx="164">
                  <c:v>40551</c:v>
                </c:pt>
                <c:pt idx="165">
                  <c:v>40551</c:v>
                </c:pt>
                <c:pt idx="166">
                  <c:v>40551</c:v>
                </c:pt>
                <c:pt idx="167">
                  <c:v>40551</c:v>
                </c:pt>
                <c:pt idx="168">
                  <c:v>40551</c:v>
                </c:pt>
                <c:pt idx="169">
                  <c:v>40551</c:v>
                </c:pt>
                <c:pt idx="170">
                  <c:v>40551</c:v>
                </c:pt>
                <c:pt idx="171">
                  <c:v>40551</c:v>
                </c:pt>
                <c:pt idx="172">
                  <c:v>40551</c:v>
                </c:pt>
                <c:pt idx="173">
                  <c:v>40551</c:v>
                </c:pt>
                <c:pt idx="174">
                  <c:v>40551</c:v>
                </c:pt>
                <c:pt idx="175">
                  <c:v>40551</c:v>
                </c:pt>
                <c:pt idx="176">
                  <c:v>40551</c:v>
                </c:pt>
                <c:pt idx="177">
                  <c:v>40551</c:v>
                </c:pt>
                <c:pt idx="178">
                  <c:v>40551</c:v>
                </c:pt>
                <c:pt idx="179">
                  <c:v>40551</c:v>
                </c:pt>
                <c:pt idx="180">
                  <c:v>40551</c:v>
                </c:pt>
                <c:pt idx="181">
                  <c:v>40551</c:v>
                </c:pt>
                <c:pt idx="182">
                  <c:v>40551</c:v>
                </c:pt>
                <c:pt idx="183">
                  <c:v>40551</c:v>
                </c:pt>
                <c:pt idx="184">
                  <c:v>40551</c:v>
                </c:pt>
                <c:pt idx="185">
                  <c:v>40552</c:v>
                </c:pt>
                <c:pt idx="186">
                  <c:v>40552</c:v>
                </c:pt>
                <c:pt idx="187">
                  <c:v>40552</c:v>
                </c:pt>
                <c:pt idx="188">
                  <c:v>40552</c:v>
                </c:pt>
                <c:pt idx="189">
                  <c:v>40552</c:v>
                </c:pt>
                <c:pt idx="190">
                  <c:v>40552</c:v>
                </c:pt>
                <c:pt idx="191">
                  <c:v>40552</c:v>
                </c:pt>
                <c:pt idx="192">
                  <c:v>40552</c:v>
                </c:pt>
                <c:pt idx="193">
                  <c:v>40552</c:v>
                </c:pt>
                <c:pt idx="194">
                  <c:v>40552</c:v>
                </c:pt>
                <c:pt idx="195">
                  <c:v>40552</c:v>
                </c:pt>
                <c:pt idx="196">
                  <c:v>40552</c:v>
                </c:pt>
                <c:pt idx="197">
                  <c:v>40552</c:v>
                </c:pt>
                <c:pt idx="198">
                  <c:v>40552</c:v>
                </c:pt>
                <c:pt idx="199">
                  <c:v>40552</c:v>
                </c:pt>
                <c:pt idx="200">
                  <c:v>40552</c:v>
                </c:pt>
                <c:pt idx="201">
                  <c:v>40552</c:v>
                </c:pt>
                <c:pt idx="202">
                  <c:v>40552</c:v>
                </c:pt>
                <c:pt idx="203">
                  <c:v>40552</c:v>
                </c:pt>
                <c:pt idx="204">
                  <c:v>40552</c:v>
                </c:pt>
                <c:pt idx="205">
                  <c:v>40552</c:v>
                </c:pt>
                <c:pt idx="206">
                  <c:v>40552</c:v>
                </c:pt>
                <c:pt idx="207">
                  <c:v>40552</c:v>
                </c:pt>
                <c:pt idx="208">
                  <c:v>40552</c:v>
                </c:pt>
                <c:pt idx="209">
                  <c:v>40553</c:v>
                </c:pt>
                <c:pt idx="210">
                  <c:v>40553</c:v>
                </c:pt>
                <c:pt idx="211">
                  <c:v>40553</c:v>
                </c:pt>
                <c:pt idx="212">
                  <c:v>40553</c:v>
                </c:pt>
                <c:pt idx="213">
                  <c:v>40553</c:v>
                </c:pt>
                <c:pt idx="214">
                  <c:v>40553</c:v>
                </c:pt>
                <c:pt idx="215">
                  <c:v>40553</c:v>
                </c:pt>
                <c:pt idx="216">
                  <c:v>40553</c:v>
                </c:pt>
                <c:pt idx="217">
                  <c:v>40553</c:v>
                </c:pt>
                <c:pt idx="218">
                  <c:v>40553</c:v>
                </c:pt>
                <c:pt idx="219">
                  <c:v>40553</c:v>
                </c:pt>
                <c:pt idx="220">
                  <c:v>40553</c:v>
                </c:pt>
                <c:pt idx="221">
                  <c:v>40553</c:v>
                </c:pt>
                <c:pt idx="222">
                  <c:v>40553</c:v>
                </c:pt>
                <c:pt idx="223">
                  <c:v>40553</c:v>
                </c:pt>
                <c:pt idx="224">
                  <c:v>40553</c:v>
                </c:pt>
                <c:pt idx="225">
                  <c:v>40553</c:v>
                </c:pt>
                <c:pt idx="226">
                  <c:v>40553</c:v>
                </c:pt>
                <c:pt idx="227">
                  <c:v>40553</c:v>
                </c:pt>
                <c:pt idx="228">
                  <c:v>40553</c:v>
                </c:pt>
                <c:pt idx="229">
                  <c:v>40553</c:v>
                </c:pt>
                <c:pt idx="230">
                  <c:v>40553</c:v>
                </c:pt>
                <c:pt idx="231">
                  <c:v>40553</c:v>
                </c:pt>
                <c:pt idx="232">
                  <c:v>40553</c:v>
                </c:pt>
                <c:pt idx="233">
                  <c:v>40554</c:v>
                </c:pt>
                <c:pt idx="234">
                  <c:v>40554</c:v>
                </c:pt>
                <c:pt idx="235">
                  <c:v>40554</c:v>
                </c:pt>
                <c:pt idx="236">
                  <c:v>40554</c:v>
                </c:pt>
                <c:pt idx="237">
                  <c:v>40554</c:v>
                </c:pt>
                <c:pt idx="238">
                  <c:v>40554</c:v>
                </c:pt>
                <c:pt idx="239">
                  <c:v>40554</c:v>
                </c:pt>
                <c:pt idx="240">
                  <c:v>40554</c:v>
                </c:pt>
                <c:pt idx="241">
                  <c:v>40554</c:v>
                </c:pt>
                <c:pt idx="242">
                  <c:v>40554</c:v>
                </c:pt>
                <c:pt idx="243">
                  <c:v>40554</c:v>
                </c:pt>
                <c:pt idx="244">
                  <c:v>40554</c:v>
                </c:pt>
                <c:pt idx="245">
                  <c:v>40554</c:v>
                </c:pt>
                <c:pt idx="246">
                  <c:v>40554</c:v>
                </c:pt>
                <c:pt idx="247">
                  <c:v>40554</c:v>
                </c:pt>
                <c:pt idx="248">
                  <c:v>40554</c:v>
                </c:pt>
                <c:pt idx="249">
                  <c:v>40554</c:v>
                </c:pt>
                <c:pt idx="250">
                  <c:v>40554</c:v>
                </c:pt>
                <c:pt idx="251">
                  <c:v>40554</c:v>
                </c:pt>
                <c:pt idx="252">
                  <c:v>40554</c:v>
                </c:pt>
                <c:pt idx="253">
                  <c:v>40554</c:v>
                </c:pt>
                <c:pt idx="254">
                  <c:v>40554</c:v>
                </c:pt>
                <c:pt idx="255">
                  <c:v>40555</c:v>
                </c:pt>
                <c:pt idx="256">
                  <c:v>40555</c:v>
                </c:pt>
                <c:pt idx="257">
                  <c:v>40555</c:v>
                </c:pt>
                <c:pt idx="258">
                  <c:v>40555</c:v>
                </c:pt>
                <c:pt idx="259">
                  <c:v>40555</c:v>
                </c:pt>
                <c:pt idx="260">
                  <c:v>40555</c:v>
                </c:pt>
                <c:pt idx="261">
                  <c:v>40555</c:v>
                </c:pt>
                <c:pt idx="262">
                  <c:v>40555</c:v>
                </c:pt>
                <c:pt idx="263">
                  <c:v>40555</c:v>
                </c:pt>
                <c:pt idx="264">
                  <c:v>40555</c:v>
                </c:pt>
                <c:pt idx="265">
                  <c:v>40555</c:v>
                </c:pt>
                <c:pt idx="266">
                  <c:v>40555</c:v>
                </c:pt>
                <c:pt idx="267">
                  <c:v>40555</c:v>
                </c:pt>
                <c:pt idx="268">
                  <c:v>40555</c:v>
                </c:pt>
                <c:pt idx="269">
                  <c:v>40555</c:v>
                </c:pt>
                <c:pt idx="270">
                  <c:v>40555</c:v>
                </c:pt>
                <c:pt idx="271">
                  <c:v>40555</c:v>
                </c:pt>
                <c:pt idx="272">
                  <c:v>40555</c:v>
                </c:pt>
                <c:pt idx="273">
                  <c:v>40555</c:v>
                </c:pt>
                <c:pt idx="274">
                  <c:v>40555</c:v>
                </c:pt>
                <c:pt idx="275">
                  <c:v>40555</c:v>
                </c:pt>
                <c:pt idx="276">
                  <c:v>40555</c:v>
                </c:pt>
                <c:pt idx="277">
                  <c:v>40556</c:v>
                </c:pt>
                <c:pt idx="278">
                  <c:v>40556</c:v>
                </c:pt>
                <c:pt idx="279">
                  <c:v>40556</c:v>
                </c:pt>
                <c:pt idx="280">
                  <c:v>40556</c:v>
                </c:pt>
                <c:pt idx="281">
                  <c:v>40556</c:v>
                </c:pt>
                <c:pt idx="282">
                  <c:v>40556</c:v>
                </c:pt>
                <c:pt idx="283">
                  <c:v>40556</c:v>
                </c:pt>
                <c:pt idx="284">
                  <c:v>40556</c:v>
                </c:pt>
                <c:pt idx="285">
                  <c:v>40556</c:v>
                </c:pt>
                <c:pt idx="286">
                  <c:v>40556</c:v>
                </c:pt>
                <c:pt idx="287">
                  <c:v>40556</c:v>
                </c:pt>
                <c:pt idx="288">
                  <c:v>40556</c:v>
                </c:pt>
                <c:pt idx="289">
                  <c:v>40556</c:v>
                </c:pt>
                <c:pt idx="290">
                  <c:v>40556</c:v>
                </c:pt>
                <c:pt idx="291">
                  <c:v>40556</c:v>
                </c:pt>
                <c:pt idx="292">
                  <c:v>40556</c:v>
                </c:pt>
                <c:pt idx="293">
                  <c:v>40556</c:v>
                </c:pt>
                <c:pt idx="294">
                  <c:v>40556</c:v>
                </c:pt>
                <c:pt idx="295">
                  <c:v>40556</c:v>
                </c:pt>
                <c:pt idx="296">
                  <c:v>40556</c:v>
                </c:pt>
                <c:pt idx="297">
                  <c:v>40556</c:v>
                </c:pt>
                <c:pt idx="298">
                  <c:v>40556</c:v>
                </c:pt>
                <c:pt idx="299">
                  <c:v>40556</c:v>
                </c:pt>
                <c:pt idx="300">
                  <c:v>40556</c:v>
                </c:pt>
                <c:pt idx="301">
                  <c:v>40557</c:v>
                </c:pt>
                <c:pt idx="302">
                  <c:v>40557</c:v>
                </c:pt>
                <c:pt idx="303">
                  <c:v>40557</c:v>
                </c:pt>
                <c:pt idx="304">
                  <c:v>40557</c:v>
                </c:pt>
                <c:pt idx="305">
                  <c:v>40557</c:v>
                </c:pt>
                <c:pt idx="306">
                  <c:v>40557</c:v>
                </c:pt>
                <c:pt idx="307">
                  <c:v>40557</c:v>
                </c:pt>
                <c:pt idx="308">
                  <c:v>40557</c:v>
                </c:pt>
                <c:pt idx="309">
                  <c:v>40557</c:v>
                </c:pt>
                <c:pt idx="310">
                  <c:v>40557</c:v>
                </c:pt>
                <c:pt idx="311">
                  <c:v>40557</c:v>
                </c:pt>
                <c:pt idx="312">
                  <c:v>40557</c:v>
                </c:pt>
                <c:pt idx="313">
                  <c:v>40557</c:v>
                </c:pt>
                <c:pt idx="314">
                  <c:v>40557</c:v>
                </c:pt>
                <c:pt idx="315">
                  <c:v>40557</c:v>
                </c:pt>
                <c:pt idx="316">
                  <c:v>40557</c:v>
                </c:pt>
                <c:pt idx="317">
                  <c:v>40557</c:v>
                </c:pt>
                <c:pt idx="318">
                  <c:v>40557</c:v>
                </c:pt>
                <c:pt idx="319">
                  <c:v>40557</c:v>
                </c:pt>
                <c:pt idx="320">
                  <c:v>40557</c:v>
                </c:pt>
                <c:pt idx="321">
                  <c:v>40557</c:v>
                </c:pt>
                <c:pt idx="322">
                  <c:v>40557</c:v>
                </c:pt>
                <c:pt idx="323">
                  <c:v>40557</c:v>
                </c:pt>
                <c:pt idx="324">
                  <c:v>40558</c:v>
                </c:pt>
                <c:pt idx="325">
                  <c:v>40558</c:v>
                </c:pt>
                <c:pt idx="326">
                  <c:v>40558</c:v>
                </c:pt>
                <c:pt idx="327">
                  <c:v>40558</c:v>
                </c:pt>
                <c:pt idx="328">
                  <c:v>40558</c:v>
                </c:pt>
                <c:pt idx="329">
                  <c:v>40558</c:v>
                </c:pt>
                <c:pt idx="330">
                  <c:v>40558</c:v>
                </c:pt>
                <c:pt idx="331">
                  <c:v>40558</c:v>
                </c:pt>
                <c:pt idx="332">
                  <c:v>40558</c:v>
                </c:pt>
                <c:pt idx="333">
                  <c:v>40558</c:v>
                </c:pt>
                <c:pt idx="334">
                  <c:v>40558</c:v>
                </c:pt>
                <c:pt idx="335">
                  <c:v>40558</c:v>
                </c:pt>
                <c:pt idx="336">
                  <c:v>40558</c:v>
                </c:pt>
                <c:pt idx="337">
                  <c:v>40558</c:v>
                </c:pt>
                <c:pt idx="338">
                  <c:v>40558</c:v>
                </c:pt>
                <c:pt idx="339">
                  <c:v>40558</c:v>
                </c:pt>
                <c:pt idx="340">
                  <c:v>40558</c:v>
                </c:pt>
                <c:pt idx="341">
                  <c:v>40558</c:v>
                </c:pt>
                <c:pt idx="342">
                  <c:v>40558</c:v>
                </c:pt>
                <c:pt idx="343">
                  <c:v>40558</c:v>
                </c:pt>
                <c:pt idx="344">
                  <c:v>40558</c:v>
                </c:pt>
                <c:pt idx="345">
                  <c:v>40558</c:v>
                </c:pt>
                <c:pt idx="346">
                  <c:v>40558</c:v>
                </c:pt>
                <c:pt idx="347">
                  <c:v>40558</c:v>
                </c:pt>
                <c:pt idx="348">
                  <c:v>40559</c:v>
                </c:pt>
                <c:pt idx="349">
                  <c:v>40559</c:v>
                </c:pt>
                <c:pt idx="350">
                  <c:v>40559</c:v>
                </c:pt>
                <c:pt idx="351">
                  <c:v>40559</c:v>
                </c:pt>
                <c:pt idx="352">
                  <c:v>40559</c:v>
                </c:pt>
                <c:pt idx="353">
                  <c:v>40559</c:v>
                </c:pt>
                <c:pt idx="354">
                  <c:v>40559</c:v>
                </c:pt>
                <c:pt idx="355">
                  <c:v>40559</c:v>
                </c:pt>
                <c:pt idx="356">
                  <c:v>40559</c:v>
                </c:pt>
                <c:pt idx="357">
                  <c:v>40559</c:v>
                </c:pt>
                <c:pt idx="358">
                  <c:v>40559</c:v>
                </c:pt>
                <c:pt idx="359">
                  <c:v>40559</c:v>
                </c:pt>
                <c:pt idx="360">
                  <c:v>40559</c:v>
                </c:pt>
                <c:pt idx="361">
                  <c:v>40559</c:v>
                </c:pt>
                <c:pt idx="362">
                  <c:v>40559</c:v>
                </c:pt>
                <c:pt idx="363">
                  <c:v>40559</c:v>
                </c:pt>
                <c:pt idx="364">
                  <c:v>40559</c:v>
                </c:pt>
                <c:pt idx="365">
                  <c:v>40559</c:v>
                </c:pt>
                <c:pt idx="366">
                  <c:v>40559</c:v>
                </c:pt>
                <c:pt idx="367">
                  <c:v>40559</c:v>
                </c:pt>
                <c:pt idx="368">
                  <c:v>40559</c:v>
                </c:pt>
                <c:pt idx="369">
                  <c:v>40559</c:v>
                </c:pt>
                <c:pt idx="370">
                  <c:v>40559</c:v>
                </c:pt>
                <c:pt idx="371">
                  <c:v>40559</c:v>
                </c:pt>
                <c:pt idx="372">
                  <c:v>40560</c:v>
                </c:pt>
                <c:pt idx="373">
                  <c:v>40560</c:v>
                </c:pt>
                <c:pt idx="374">
                  <c:v>40560</c:v>
                </c:pt>
                <c:pt idx="375">
                  <c:v>40560</c:v>
                </c:pt>
                <c:pt idx="376">
                  <c:v>40560</c:v>
                </c:pt>
                <c:pt idx="377">
                  <c:v>40560</c:v>
                </c:pt>
                <c:pt idx="378">
                  <c:v>40560</c:v>
                </c:pt>
                <c:pt idx="379">
                  <c:v>40560</c:v>
                </c:pt>
                <c:pt idx="380">
                  <c:v>40560</c:v>
                </c:pt>
                <c:pt idx="381">
                  <c:v>40560</c:v>
                </c:pt>
                <c:pt idx="382">
                  <c:v>40560</c:v>
                </c:pt>
                <c:pt idx="383">
                  <c:v>40560</c:v>
                </c:pt>
                <c:pt idx="384">
                  <c:v>40560</c:v>
                </c:pt>
                <c:pt idx="385">
                  <c:v>40560</c:v>
                </c:pt>
                <c:pt idx="386">
                  <c:v>40560</c:v>
                </c:pt>
                <c:pt idx="387">
                  <c:v>40560</c:v>
                </c:pt>
                <c:pt idx="388">
                  <c:v>40560</c:v>
                </c:pt>
                <c:pt idx="389">
                  <c:v>40560</c:v>
                </c:pt>
                <c:pt idx="390">
                  <c:v>40560</c:v>
                </c:pt>
                <c:pt idx="391">
                  <c:v>40560</c:v>
                </c:pt>
                <c:pt idx="392">
                  <c:v>40560</c:v>
                </c:pt>
                <c:pt idx="393">
                  <c:v>40560</c:v>
                </c:pt>
                <c:pt idx="394">
                  <c:v>40560</c:v>
                </c:pt>
                <c:pt idx="395">
                  <c:v>40560</c:v>
                </c:pt>
                <c:pt idx="396">
                  <c:v>40561</c:v>
                </c:pt>
                <c:pt idx="397">
                  <c:v>40561</c:v>
                </c:pt>
                <c:pt idx="398">
                  <c:v>40561</c:v>
                </c:pt>
                <c:pt idx="399">
                  <c:v>40561</c:v>
                </c:pt>
                <c:pt idx="400">
                  <c:v>40561</c:v>
                </c:pt>
                <c:pt idx="401">
                  <c:v>40561</c:v>
                </c:pt>
                <c:pt idx="402">
                  <c:v>40561</c:v>
                </c:pt>
                <c:pt idx="403">
                  <c:v>40561</c:v>
                </c:pt>
                <c:pt idx="404">
                  <c:v>40561</c:v>
                </c:pt>
                <c:pt idx="405">
                  <c:v>40561</c:v>
                </c:pt>
                <c:pt idx="406">
                  <c:v>40561</c:v>
                </c:pt>
                <c:pt idx="407">
                  <c:v>40561</c:v>
                </c:pt>
                <c:pt idx="408">
                  <c:v>40562</c:v>
                </c:pt>
                <c:pt idx="409">
                  <c:v>40562</c:v>
                </c:pt>
                <c:pt idx="410">
                  <c:v>40562</c:v>
                </c:pt>
                <c:pt idx="411">
                  <c:v>40562</c:v>
                </c:pt>
                <c:pt idx="412">
                  <c:v>40562</c:v>
                </c:pt>
                <c:pt idx="413">
                  <c:v>40562</c:v>
                </c:pt>
                <c:pt idx="414">
                  <c:v>40562</c:v>
                </c:pt>
                <c:pt idx="415">
                  <c:v>40562</c:v>
                </c:pt>
                <c:pt idx="416">
                  <c:v>40562</c:v>
                </c:pt>
                <c:pt idx="417">
                  <c:v>40562</c:v>
                </c:pt>
                <c:pt idx="418">
                  <c:v>40562</c:v>
                </c:pt>
                <c:pt idx="419">
                  <c:v>40562</c:v>
                </c:pt>
                <c:pt idx="420">
                  <c:v>40562</c:v>
                </c:pt>
                <c:pt idx="421">
                  <c:v>40562</c:v>
                </c:pt>
                <c:pt idx="422">
                  <c:v>40562</c:v>
                </c:pt>
                <c:pt idx="423">
                  <c:v>40562</c:v>
                </c:pt>
                <c:pt idx="424">
                  <c:v>40562</c:v>
                </c:pt>
                <c:pt idx="425">
                  <c:v>40562</c:v>
                </c:pt>
                <c:pt idx="426">
                  <c:v>40562</c:v>
                </c:pt>
                <c:pt idx="427">
                  <c:v>40562</c:v>
                </c:pt>
                <c:pt idx="428">
                  <c:v>40562</c:v>
                </c:pt>
                <c:pt idx="429">
                  <c:v>40562</c:v>
                </c:pt>
                <c:pt idx="430">
                  <c:v>40562</c:v>
                </c:pt>
                <c:pt idx="431">
                  <c:v>40563</c:v>
                </c:pt>
                <c:pt idx="432">
                  <c:v>40563</c:v>
                </c:pt>
                <c:pt idx="433">
                  <c:v>40563</c:v>
                </c:pt>
                <c:pt idx="434">
                  <c:v>40563</c:v>
                </c:pt>
                <c:pt idx="435">
                  <c:v>40563</c:v>
                </c:pt>
                <c:pt idx="436">
                  <c:v>40563</c:v>
                </c:pt>
                <c:pt idx="437">
                  <c:v>40563</c:v>
                </c:pt>
                <c:pt idx="438">
                  <c:v>40563</c:v>
                </c:pt>
                <c:pt idx="439">
                  <c:v>40563</c:v>
                </c:pt>
                <c:pt idx="440">
                  <c:v>40563</c:v>
                </c:pt>
                <c:pt idx="441">
                  <c:v>40563</c:v>
                </c:pt>
                <c:pt idx="442">
                  <c:v>40563</c:v>
                </c:pt>
                <c:pt idx="443">
                  <c:v>40563</c:v>
                </c:pt>
                <c:pt idx="444">
                  <c:v>40563</c:v>
                </c:pt>
                <c:pt idx="445">
                  <c:v>40563</c:v>
                </c:pt>
                <c:pt idx="446">
                  <c:v>40563</c:v>
                </c:pt>
                <c:pt idx="447">
                  <c:v>40563</c:v>
                </c:pt>
                <c:pt idx="448">
                  <c:v>40563</c:v>
                </c:pt>
                <c:pt idx="449">
                  <c:v>40563</c:v>
                </c:pt>
                <c:pt idx="450">
                  <c:v>40563</c:v>
                </c:pt>
                <c:pt idx="451">
                  <c:v>40563</c:v>
                </c:pt>
                <c:pt idx="452">
                  <c:v>40563</c:v>
                </c:pt>
                <c:pt idx="453">
                  <c:v>40563</c:v>
                </c:pt>
                <c:pt idx="454">
                  <c:v>40563</c:v>
                </c:pt>
                <c:pt idx="455">
                  <c:v>40564</c:v>
                </c:pt>
                <c:pt idx="456">
                  <c:v>40564</c:v>
                </c:pt>
                <c:pt idx="457">
                  <c:v>40564</c:v>
                </c:pt>
                <c:pt idx="458">
                  <c:v>40564</c:v>
                </c:pt>
                <c:pt idx="459">
                  <c:v>40564</c:v>
                </c:pt>
                <c:pt idx="460">
                  <c:v>40564</c:v>
                </c:pt>
                <c:pt idx="461">
                  <c:v>40564</c:v>
                </c:pt>
                <c:pt idx="462">
                  <c:v>40564</c:v>
                </c:pt>
                <c:pt idx="463">
                  <c:v>40564</c:v>
                </c:pt>
                <c:pt idx="464">
                  <c:v>40564</c:v>
                </c:pt>
                <c:pt idx="465">
                  <c:v>40564</c:v>
                </c:pt>
                <c:pt idx="466">
                  <c:v>40564</c:v>
                </c:pt>
                <c:pt idx="467">
                  <c:v>40564</c:v>
                </c:pt>
                <c:pt idx="468">
                  <c:v>40564</c:v>
                </c:pt>
                <c:pt idx="469">
                  <c:v>40564</c:v>
                </c:pt>
                <c:pt idx="470">
                  <c:v>40564</c:v>
                </c:pt>
                <c:pt idx="471">
                  <c:v>40564</c:v>
                </c:pt>
                <c:pt idx="472">
                  <c:v>40564</c:v>
                </c:pt>
                <c:pt idx="473">
                  <c:v>40564</c:v>
                </c:pt>
                <c:pt idx="474">
                  <c:v>40564</c:v>
                </c:pt>
                <c:pt idx="475">
                  <c:v>40564</c:v>
                </c:pt>
                <c:pt idx="476">
                  <c:v>40564</c:v>
                </c:pt>
                <c:pt idx="477">
                  <c:v>40564</c:v>
                </c:pt>
                <c:pt idx="478">
                  <c:v>40564</c:v>
                </c:pt>
                <c:pt idx="479">
                  <c:v>40565</c:v>
                </c:pt>
                <c:pt idx="480">
                  <c:v>40565</c:v>
                </c:pt>
                <c:pt idx="481">
                  <c:v>40565</c:v>
                </c:pt>
                <c:pt idx="482">
                  <c:v>40565</c:v>
                </c:pt>
                <c:pt idx="483">
                  <c:v>40565</c:v>
                </c:pt>
                <c:pt idx="484">
                  <c:v>40565</c:v>
                </c:pt>
                <c:pt idx="485">
                  <c:v>40565</c:v>
                </c:pt>
                <c:pt idx="486">
                  <c:v>40565</c:v>
                </c:pt>
                <c:pt idx="487">
                  <c:v>40565</c:v>
                </c:pt>
                <c:pt idx="488">
                  <c:v>40565</c:v>
                </c:pt>
                <c:pt idx="489">
                  <c:v>40565</c:v>
                </c:pt>
                <c:pt idx="490">
                  <c:v>40565</c:v>
                </c:pt>
                <c:pt idx="491">
                  <c:v>40565</c:v>
                </c:pt>
                <c:pt idx="492">
                  <c:v>40565</c:v>
                </c:pt>
                <c:pt idx="493">
                  <c:v>40565</c:v>
                </c:pt>
                <c:pt idx="494">
                  <c:v>40565</c:v>
                </c:pt>
                <c:pt idx="495">
                  <c:v>40565</c:v>
                </c:pt>
                <c:pt idx="496">
                  <c:v>40565</c:v>
                </c:pt>
                <c:pt idx="497">
                  <c:v>40565</c:v>
                </c:pt>
                <c:pt idx="498">
                  <c:v>40565</c:v>
                </c:pt>
                <c:pt idx="499">
                  <c:v>40565</c:v>
                </c:pt>
                <c:pt idx="500">
                  <c:v>40565</c:v>
                </c:pt>
                <c:pt idx="501">
                  <c:v>40565</c:v>
                </c:pt>
                <c:pt idx="502">
                  <c:v>40566</c:v>
                </c:pt>
                <c:pt idx="503">
                  <c:v>40566</c:v>
                </c:pt>
                <c:pt idx="504">
                  <c:v>40566</c:v>
                </c:pt>
                <c:pt idx="505">
                  <c:v>40566</c:v>
                </c:pt>
                <c:pt idx="506">
                  <c:v>40566</c:v>
                </c:pt>
                <c:pt idx="507">
                  <c:v>40566</c:v>
                </c:pt>
                <c:pt idx="508">
                  <c:v>40566</c:v>
                </c:pt>
                <c:pt idx="509">
                  <c:v>40566</c:v>
                </c:pt>
                <c:pt idx="510">
                  <c:v>40566</c:v>
                </c:pt>
                <c:pt idx="511">
                  <c:v>40566</c:v>
                </c:pt>
                <c:pt idx="512">
                  <c:v>40566</c:v>
                </c:pt>
                <c:pt idx="513">
                  <c:v>40566</c:v>
                </c:pt>
                <c:pt idx="514">
                  <c:v>40566</c:v>
                </c:pt>
                <c:pt idx="515">
                  <c:v>40566</c:v>
                </c:pt>
                <c:pt idx="516">
                  <c:v>40566</c:v>
                </c:pt>
                <c:pt idx="517">
                  <c:v>40566</c:v>
                </c:pt>
                <c:pt idx="518">
                  <c:v>40566</c:v>
                </c:pt>
                <c:pt idx="519">
                  <c:v>40566</c:v>
                </c:pt>
                <c:pt idx="520">
                  <c:v>40566</c:v>
                </c:pt>
                <c:pt idx="521">
                  <c:v>40566</c:v>
                </c:pt>
                <c:pt idx="522">
                  <c:v>40566</c:v>
                </c:pt>
                <c:pt idx="523">
                  <c:v>40566</c:v>
                </c:pt>
                <c:pt idx="524">
                  <c:v>40566</c:v>
                </c:pt>
                <c:pt idx="525">
                  <c:v>40567</c:v>
                </c:pt>
                <c:pt idx="526">
                  <c:v>40567</c:v>
                </c:pt>
                <c:pt idx="527">
                  <c:v>40567</c:v>
                </c:pt>
                <c:pt idx="528">
                  <c:v>40567</c:v>
                </c:pt>
                <c:pt idx="529">
                  <c:v>40567</c:v>
                </c:pt>
                <c:pt idx="530">
                  <c:v>40567</c:v>
                </c:pt>
                <c:pt idx="531">
                  <c:v>40567</c:v>
                </c:pt>
                <c:pt idx="532">
                  <c:v>40567</c:v>
                </c:pt>
                <c:pt idx="533">
                  <c:v>40567</c:v>
                </c:pt>
                <c:pt idx="534">
                  <c:v>40567</c:v>
                </c:pt>
                <c:pt idx="535">
                  <c:v>40567</c:v>
                </c:pt>
                <c:pt idx="536">
                  <c:v>40567</c:v>
                </c:pt>
                <c:pt idx="537">
                  <c:v>40567</c:v>
                </c:pt>
                <c:pt idx="538">
                  <c:v>40567</c:v>
                </c:pt>
                <c:pt idx="539">
                  <c:v>40567</c:v>
                </c:pt>
                <c:pt idx="540">
                  <c:v>40567</c:v>
                </c:pt>
                <c:pt idx="541">
                  <c:v>40567</c:v>
                </c:pt>
                <c:pt idx="542">
                  <c:v>40567</c:v>
                </c:pt>
                <c:pt idx="543">
                  <c:v>40567</c:v>
                </c:pt>
                <c:pt idx="544">
                  <c:v>40567</c:v>
                </c:pt>
                <c:pt idx="545">
                  <c:v>40567</c:v>
                </c:pt>
                <c:pt idx="546">
                  <c:v>40567</c:v>
                </c:pt>
                <c:pt idx="547">
                  <c:v>40567</c:v>
                </c:pt>
                <c:pt idx="548">
                  <c:v>40568</c:v>
                </c:pt>
                <c:pt idx="549">
                  <c:v>40568</c:v>
                </c:pt>
                <c:pt idx="550">
                  <c:v>40568</c:v>
                </c:pt>
                <c:pt idx="551">
                  <c:v>40568</c:v>
                </c:pt>
                <c:pt idx="552">
                  <c:v>40568</c:v>
                </c:pt>
                <c:pt idx="553">
                  <c:v>40568</c:v>
                </c:pt>
                <c:pt idx="554">
                  <c:v>40568</c:v>
                </c:pt>
                <c:pt idx="555">
                  <c:v>40568</c:v>
                </c:pt>
                <c:pt idx="556">
                  <c:v>40568</c:v>
                </c:pt>
                <c:pt idx="557">
                  <c:v>40568</c:v>
                </c:pt>
                <c:pt idx="558">
                  <c:v>40568</c:v>
                </c:pt>
                <c:pt idx="559">
                  <c:v>40568</c:v>
                </c:pt>
                <c:pt idx="560">
                  <c:v>40568</c:v>
                </c:pt>
                <c:pt idx="561">
                  <c:v>40568</c:v>
                </c:pt>
                <c:pt idx="562">
                  <c:v>40568</c:v>
                </c:pt>
                <c:pt idx="563">
                  <c:v>40568</c:v>
                </c:pt>
                <c:pt idx="564">
                  <c:v>40568</c:v>
                </c:pt>
                <c:pt idx="565">
                  <c:v>40568</c:v>
                </c:pt>
                <c:pt idx="566">
                  <c:v>40568</c:v>
                </c:pt>
                <c:pt idx="567">
                  <c:v>40568</c:v>
                </c:pt>
                <c:pt idx="568">
                  <c:v>40568</c:v>
                </c:pt>
                <c:pt idx="569">
                  <c:v>40568</c:v>
                </c:pt>
                <c:pt idx="570">
                  <c:v>40568</c:v>
                </c:pt>
                <c:pt idx="571">
                  <c:v>40569</c:v>
                </c:pt>
                <c:pt idx="572">
                  <c:v>40569</c:v>
                </c:pt>
                <c:pt idx="573">
                  <c:v>40569</c:v>
                </c:pt>
                <c:pt idx="574">
                  <c:v>40569</c:v>
                </c:pt>
                <c:pt idx="575">
                  <c:v>40569</c:v>
                </c:pt>
                <c:pt idx="576">
                  <c:v>40569</c:v>
                </c:pt>
                <c:pt idx="577">
                  <c:v>40569</c:v>
                </c:pt>
                <c:pt idx="578">
                  <c:v>40569</c:v>
                </c:pt>
                <c:pt idx="579">
                  <c:v>40569</c:v>
                </c:pt>
                <c:pt idx="580">
                  <c:v>40569</c:v>
                </c:pt>
                <c:pt idx="581">
                  <c:v>40569</c:v>
                </c:pt>
                <c:pt idx="582">
                  <c:v>40569</c:v>
                </c:pt>
                <c:pt idx="583">
                  <c:v>40569</c:v>
                </c:pt>
                <c:pt idx="584">
                  <c:v>40569</c:v>
                </c:pt>
                <c:pt idx="585">
                  <c:v>40569</c:v>
                </c:pt>
                <c:pt idx="586">
                  <c:v>40569</c:v>
                </c:pt>
                <c:pt idx="587">
                  <c:v>40570</c:v>
                </c:pt>
                <c:pt idx="588">
                  <c:v>40570</c:v>
                </c:pt>
                <c:pt idx="589">
                  <c:v>40570</c:v>
                </c:pt>
                <c:pt idx="590">
                  <c:v>40570</c:v>
                </c:pt>
                <c:pt idx="591">
                  <c:v>40570</c:v>
                </c:pt>
                <c:pt idx="592">
                  <c:v>40570</c:v>
                </c:pt>
                <c:pt idx="593">
                  <c:v>40570</c:v>
                </c:pt>
                <c:pt idx="594">
                  <c:v>40570</c:v>
                </c:pt>
                <c:pt idx="595">
                  <c:v>40571</c:v>
                </c:pt>
                <c:pt idx="596">
                  <c:v>40571</c:v>
                </c:pt>
                <c:pt idx="597">
                  <c:v>40571</c:v>
                </c:pt>
                <c:pt idx="598">
                  <c:v>40571</c:v>
                </c:pt>
                <c:pt idx="599">
                  <c:v>40571</c:v>
                </c:pt>
                <c:pt idx="600">
                  <c:v>40571</c:v>
                </c:pt>
                <c:pt idx="601">
                  <c:v>40571</c:v>
                </c:pt>
                <c:pt idx="602">
                  <c:v>40571</c:v>
                </c:pt>
                <c:pt idx="603">
                  <c:v>40571</c:v>
                </c:pt>
                <c:pt idx="604">
                  <c:v>40571</c:v>
                </c:pt>
                <c:pt idx="605">
                  <c:v>40571</c:v>
                </c:pt>
                <c:pt idx="606">
                  <c:v>40571</c:v>
                </c:pt>
                <c:pt idx="607">
                  <c:v>40571</c:v>
                </c:pt>
                <c:pt idx="608">
                  <c:v>40571</c:v>
                </c:pt>
                <c:pt idx="609">
                  <c:v>40571</c:v>
                </c:pt>
                <c:pt idx="610">
                  <c:v>40571</c:v>
                </c:pt>
                <c:pt idx="611">
                  <c:v>40571</c:v>
                </c:pt>
                <c:pt idx="612">
                  <c:v>40571</c:v>
                </c:pt>
                <c:pt idx="613">
                  <c:v>40571</c:v>
                </c:pt>
                <c:pt idx="614">
                  <c:v>40571</c:v>
                </c:pt>
                <c:pt idx="615">
                  <c:v>40571</c:v>
                </c:pt>
                <c:pt idx="616">
                  <c:v>40571</c:v>
                </c:pt>
                <c:pt idx="617">
                  <c:v>40571</c:v>
                </c:pt>
                <c:pt idx="618">
                  <c:v>40572</c:v>
                </c:pt>
                <c:pt idx="619">
                  <c:v>40572</c:v>
                </c:pt>
                <c:pt idx="620">
                  <c:v>40572</c:v>
                </c:pt>
                <c:pt idx="621">
                  <c:v>40572</c:v>
                </c:pt>
                <c:pt idx="622">
                  <c:v>40572</c:v>
                </c:pt>
                <c:pt idx="623">
                  <c:v>40572</c:v>
                </c:pt>
                <c:pt idx="624">
                  <c:v>40572</c:v>
                </c:pt>
                <c:pt idx="625">
                  <c:v>40572</c:v>
                </c:pt>
                <c:pt idx="626">
                  <c:v>40572</c:v>
                </c:pt>
                <c:pt idx="627">
                  <c:v>40572</c:v>
                </c:pt>
                <c:pt idx="628">
                  <c:v>40572</c:v>
                </c:pt>
                <c:pt idx="629">
                  <c:v>40572</c:v>
                </c:pt>
                <c:pt idx="630">
                  <c:v>40572</c:v>
                </c:pt>
                <c:pt idx="631">
                  <c:v>40572</c:v>
                </c:pt>
                <c:pt idx="632">
                  <c:v>40572</c:v>
                </c:pt>
                <c:pt idx="633">
                  <c:v>40572</c:v>
                </c:pt>
                <c:pt idx="634">
                  <c:v>40572</c:v>
                </c:pt>
                <c:pt idx="635">
                  <c:v>40572</c:v>
                </c:pt>
                <c:pt idx="636">
                  <c:v>40572</c:v>
                </c:pt>
                <c:pt idx="637">
                  <c:v>40572</c:v>
                </c:pt>
                <c:pt idx="638">
                  <c:v>40572</c:v>
                </c:pt>
                <c:pt idx="639">
                  <c:v>40572</c:v>
                </c:pt>
                <c:pt idx="640">
                  <c:v>40572</c:v>
                </c:pt>
                <c:pt idx="641">
                  <c:v>40573</c:v>
                </c:pt>
                <c:pt idx="642">
                  <c:v>40573</c:v>
                </c:pt>
                <c:pt idx="643">
                  <c:v>40573</c:v>
                </c:pt>
                <c:pt idx="644">
                  <c:v>40573</c:v>
                </c:pt>
                <c:pt idx="645">
                  <c:v>40573</c:v>
                </c:pt>
                <c:pt idx="646">
                  <c:v>40573</c:v>
                </c:pt>
                <c:pt idx="647">
                  <c:v>40573</c:v>
                </c:pt>
                <c:pt idx="648">
                  <c:v>40573</c:v>
                </c:pt>
                <c:pt idx="649">
                  <c:v>40573</c:v>
                </c:pt>
                <c:pt idx="650">
                  <c:v>40573</c:v>
                </c:pt>
                <c:pt idx="651">
                  <c:v>40573</c:v>
                </c:pt>
                <c:pt idx="652">
                  <c:v>40573</c:v>
                </c:pt>
                <c:pt idx="653">
                  <c:v>40573</c:v>
                </c:pt>
                <c:pt idx="654">
                  <c:v>40573</c:v>
                </c:pt>
                <c:pt idx="655">
                  <c:v>40573</c:v>
                </c:pt>
                <c:pt idx="656">
                  <c:v>40573</c:v>
                </c:pt>
                <c:pt idx="657">
                  <c:v>40573</c:v>
                </c:pt>
                <c:pt idx="658">
                  <c:v>40573</c:v>
                </c:pt>
                <c:pt idx="659">
                  <c:v>40573</c:v>
                </c:pt>
                <c:pt idx="660">
                  <c:v>40573</c:v>
                </c:pt>
                <c:pt idx="661">
                  <c:v>40573</c:v>
                </c:pt>
                <c:pt idx="662">
                  <c:v>40573</c:v>
                </c:pt>
                <c:pt idx="663">
                  <c:v>40573</c:v>
                </c:pt>
                <c:pt idx="664">
                  <c:v>40574</c:v>
                </c:pt>
                <c:pt idx="665">
                  <c:v>40574</c:v>
                </c:pt>
                <c:pt idx="666">
                  <c:v>40574</c:v>
                </c:pt>
                <c:pt idx="667">
                  <c:v>40574</c:v>
                </c:pt>
                <c:pt idx="668">
                  <c:v>40574</c:v>
                </c:pt>
                <c:pt idx="669">
                  <c:v>40574</c:v>
                </c:pt>
                <c:pt idx="670">
                  <c:v>40574</c:v>
                </c:pt>
                <c:pt idx="671">
                  <c:v>40574</c:v>
                </c:pt>
                <c:pt idx="672">
                  <c:v>40574</c:v>
                </c:pt>
                <c:pt idx="673">
                  <c:v>40574</c:v>
                </c:pt>
                <c:pt idx="674">
                  <c:v>40574</c:v>
                </c:pt>
                <c:pt idx="675">
                  <c:v>40574</c:v>
                </c:pt>
                <c:pt idx="676">
                  <c:v>40574</c:v>
                </c:pt>
                <c:pt idx="677">
                  <c:v>40574</c:v>
                </c:pt>
                <c:pt idx="678">
                  <c:v>40574</c:v>
                </c:pt>
                <c:pt idx="679">
                  <c:v>40574</c:v>
                </c:pt>
                <c:pt idx="680">
                  <c:v>40574</c:v>
                </c:pt>
                <c:pt idx="681">
                  <c:v>40574</c:v>
                </c:pt>
                <c:pt idx="682">
                  <c:v>40574</c:v>
                </c:pt>
                <c:pt idx="683">
                  <c:v>40574</c:v>
                </c:pt>
                <c:pt idx="684">
                  <c:v>40574</c:v>
                </c:pt>
                <c:pt idx="685">
                  <c:v>40574</c:v>
                </c:pt>
                <c:pt idx="686">
                  <c:v>40574</c:v>
                </c:pt>
                <c:pt idx="687">
                  <c:v>40574</c:v>
                </c:pt>
                <c:pt idx="688">
                  <c:v>40575</c:v>
                </c:pt>
                <c:pt idx="689">
                  <c:v>40575</c:v>
                </c:pt>
                <c:pt idx="690">
                  <c:v>40575</c:v>
                </c:pt>
                <c:pt idx="691">
                  <c:v>40575</c:v>
                </c:pt>
                <c:pt idx="692">
                  <c:v>40575</c:v>
                </c:pt>
                <c:pt idx="693">
                  <c:v>40575</c:v>
                </c:pt>
                <c:pt idx="694">
                  <c:v>40575</c:v>
                </c:pt>
                <c:pt idx="695">
                  <c:v>40575</c:v>
                </c:pt>
                <c:pt idx="696">
                  <c:v>40575</c:v>
                </c:pt>
                <c:pt idx="697">
                  <c:v>40575</c:v>
                </c:pt>
                <c:pt idx="698">
                  <c:v>40575</c:v>
                </c:pt>
                <c:pt idx="699">
                  <c:v>40575</c:v>
                </c:pt>
                <c:pt idx="700">
                  <c:v>40575</c:v>
                </c:pt>
                <c:pt idx="701">
                  <c:v>40575</c:v>
                </c:pt>
                <c:pt idx="702">
                  <c:v>40575</c:v>
                </c:pt>
                <c:pt idx="703">
                  <c:v>40575</c:v>
                </c:pt>
                <c:pt idx="704">
                  <c:v>40575</c:v>
                </c:pt>
                <c:pt idx="705">
                  <c:v>40575</c:v>
                </c:pt>
                <c:pt idx="706">
                  <c:v>40575</c:v>
                </c:pt>
                <c:pt idx="707">
                  <c:v>40575</c:v>
                </c:pt>
                <c:pt idx="708">
                  <c:v>40575</c:v>
                </c:pt>
                <c:pt idx="709">
                  <c:v>40575</c:v>
                </c:pt>
                <c:pt idx="710">
                  <c:v>40575</c:v>
                </c:pt>
                <c:pt idx="711">
                  <c:v>40576</c:v>
                </c:pt>
                <c:pt idx="712">
                  <c:v>40576</c:v>
                </c:pt>
                <c:pt idx="713">
                  <c:v>40576</c:v>
                </c:pt>
                <c:pt idx="714">
                  <c:v>40576</c:v>
                </c:pt>
                <c:pt idx="715">
                  <c:v>40576</c:v>
                </c:pt>
                <c:pt idx="716">
                  <c:v>40576</c:v>
                </c:pt>
                <c:pt idx="717">
                  <c:v>40576</c:v>
                </c:pt>
                <c:pt idx="718">
                  <c:v>40576</c:v>
                </c:pt>
                <c:pt idx="719">
                  <c:v>40576</c:v>
                </c:pt>
                <c:pt idx="720">
                  <c:v>40576</c:v>
                </c:pt>
                <c:pt idx="721">
                  <c:v>40576</c:v>
                </c:pt>
                <c:pt idx="722">
                  <c:v>40576</c:v>
                </c:pt>
                <c:pt idx="723">
                  <c:v>40576</c:v>
                </c:pt>
                <c:pt idx="724">
                  <c:v>40576</c:v>
                </c:pt>
                <c:pt idx="725">
                  <c:v>40576</c:v>
                </c:pt>
                <c:pt idx="726">
                  <c:v>40576</c:v>
                </c:pt>
                <c:pt idx="727">
                  <c:v>40576</c:v>
                </c:pt>
                <c:pt idx="728">
                  <c:v>40576</c:v>
                </c:pt>
                <c:pt idx="729">
                  <c:v>40576</c:v>
                </c:pt>
                <c:pt idx="730">
                  <c:v>40576</c:v>
                </c:pt>
                <c:pt idx="731">
                  <c:v>40576</c:v>
                </c:pt>
                <c:pt idx="732">
                  <c:v>40576</c:v>
                </c:pt>
                <c:pt idx="733">
                  <c:v>40576</c:v>
                </c:pt>
                <c:pt idx="734">
                  <c:v>40576</c:v>
                </c:pt>
                <c:pt idx="735">
                  <c:v>40577</c:v>
                </c:pt>
                <c:pt idx="736">
                  <c:v>40577</c:v>
                </c:pt>
                <c:pt idx="737">
                  <c:v>40577</c:v>
                </c:pt>
                <c:pt idx="738">
                  <c:v>40577</c:v>
                </c:pt>
                <c:pt idx="739">
                  <c:v>40577</c:v>
                </c:pt>
                <c:pt idx="740">
                  <c:v>40577</c:v>
                </c:pt>
                <c:pt idx="741">
                  <c:v>40577</c:v>
                </c:pt>
                <c:pt idx="742">
                  <c:v>40577</c:v>
                </c:pt>
                <c:pt idx="743">
                  <c:v>40577</c:v>
                </c:pt>
                <c:pt idx="744">
                  <c:v>40577</c:v>
                </c:pt>
                <c:pt idx="745">
                  <c:v>40577</c:v>
                </c:pt>
                <c:pt idx="746">
                  <c:v>40577</c:v>
                </c:pt>
                <c:pt idx="747">
                  <c:v>40577</c:v>
                </c:pt>
                <c:pt idx="748">
                  <c:v>40577</c:v>
                </c:pt>
                <c:pt idx="749">
                  <c:v>40577</c:v>
                </c:pt>
                <c:pt idx="750">
                  <c:v>40577</c:v>
                </c:pt>
                <c:pt idx="751">
                  <c:v>40577</c:v>
                </c:pt>
                <c:pt idx="752">
                  <c:v>40577</c:v>
                </c:pt>
                <c:pt idx="753">
                  <c:v>40577</c:v>
                </c:pt>
                <c:pt idx="754">
                  <c:v>40577</c:v>
                </c:pt>
                <c:pt idx="755">
                  <c:v>40577</c:v>
                </c:pt>
                <c:pt idx="756">
                  <c:v>40577</c:v>
                </c:pt>
                <c:pt idx="757">
                  <c:v>40577</c:v>
                </c:pt>
                <c:pt idx="758">
                  <c:v>40578</c:v>
                </c:pt>
                <c:pt idx="759">
                  <c:v>40578</c:v>
                </c:pt>
                <c:pt idx="760">
                  <c:v>40578</c:v>
                </c:pt>
                <c:pt idx="761">
                  <c:v>40578</c:v>
                </c:pt>
                <c:pt idx="762">
                  <c:v>40578</c:v>
                </c:pt>
                <c:pt idx="763">
                  <c:v>40578</c:v>
                </c:pt>
                <c:pt idx="764">
                  <c:v>40578</c:v>
                </c:pt>
                <c:pt idx="765">
                  <c:v>40578</c:v>
                </c:pt>
                <c:pt idx="766">
                  <c:v>40578</c:v>
                </c:pt>
                <c:pt idx="767">
                  <c:v>40578</c:v>
                </c:pt>
                <c:pt idx="768">
                  <c:v>40578</c:v>
                </c:pt>
                <c:pt idx="769">
                  <c:v>40578</c:v>
                </c:pt>
                <c:pt idx="770">
                  <c:v>40578</c:v>
                </c:pt>
                <c:pt idx="771">
                  <c:v>40578</c:v>
                </c:pt>
                <c:pt idx="772">
                  <c:v>40578</c:v>
                </c:pt>
                <c:pt idx="773">
                  <c:v>40578</c:v>
                </c:pt>
                <c:pt idx="774">
                  <c:v>40578</c:v>
                </c:pt>
                <c:pt idx="775">
                  <c:v>40578</c:v>
                </c:pt>
                <c:pt idx="776">
                  <c:v>40578</c:v>
                </c:pt>
                <c:pt idx="777">
                  <c:v>40578</c:v>
                </c:pt>
                <c:pt idx="778">
                  <c:v>40578</c:v>
                </c:pt>
                <c:pt idx="779">
                  <c:v>40578</c:v>
                </c:pt>
                <c:pt idx="780">
                  <c:v>40578</c:v>
                </c:pt>
                <c:pt idx="781">
                  <c:v>40579</c:v>
                </c:pt>
                <c:pt idx="782">
                  <c:v>40579</c:v>
                </c:pt>
                <c:pt idx="783">
                  <c:v>40579</c:v>
                </c:pt>
                <c:pt idx="784">
                  <c:v>40579</c:v>
                </c:pt>
                <c:pt idx="785">
                  <c:v>40579</c:v>
                </c:pt>
                <c:pt idx="786">
                  <c:v>40579</c:v>
                </c:pt>
                <c:pt idx="787">
                  <c:v>40579</c:v>
                </c:pt>
                <c:pt idx="788">
                  <c:v>40579</c:v>
                </c:pt>
                <c:pt idx="789">
                  <c:v>40579</c:v>
                </c:pt>
                <c:pt idx="790">
                  <c:v>40579</c:v>
                </c:pt>
                <c:pt idx="791">
                  <c:v>40579</c:v>
                </c:pt>
                <c:pt idx="792">
                  <c:v>40579</c:v>
                </c:pt>
                <c:pt idx="793">
                  <c:v>40579</c:v>
                </c:pt>
                <c:pt idx="794">
                  <c:v>40579</c:v>
                </c:pt>
                <c:pt idx="795">
                  <c:v>40579</c:v>
                </c:pt>
                <c:pt idx="796">
                  <c:v>40579</c:v>
                </c:pt>
                <c:pt idx="797">
                  <c:v>40579</c:v>
                </c:pt>
                <c:pt idx="798">
                  <c:v>40579</c:v>
                </c:pt>
                <c:pt idx="799">
                  <c:v>40579</c:v>
                </c:pt>
                <c:pt idx="800">
                  <c:v>40579</c:v>
                </c:pt>
                <c:pt idx="801">
                  <c:v>40579</c:v>
                </c:pt>
                <c:pt idx="802">
                  <c:v>40579</c:v>
                </c:pt>
                <c:pt idx="803">
                  <c:v>40579</c:v>
                </c:pt>
                <c:pt idx="804">
                  <c:v>40579</c:v>
                </c:pt>
                <c:pt idx="805">
                  <c:v>40580</c:v>
                </c:pt>
                <c:pt idx="806">
                  <c:v>40580</c:v>
                </c:pt>
                <c:pt idx="807">
                  <c:v>40580</c:v>
                </c:pt>
                <c:pt idx="808">
                  <c:v>40580</c:v>
                </c:pt>
                <c:pt idx="809">
                  <c:v>40580</c:v>
                </c:pt>
                <c:pt idx="810">
                  <c:v>40580</c:v>
                </c:pt>
                <c:pt idx="811">
                  <c:v>40580</c:v>
                </c:pt>
                <c:pt idx="812">
                  <c:v>40580</c:v>
                </c:pt>
                <c:pt idx="813">
                  <c:v>40580</c:v>
                </c:pt>
                <c:pt idx="814">
                  <c:v>40580</c:v>
                </c:pt>
                <c:pt idx="815">
                  <c:v>40580</c:v>
                </c:pt>
                <c:pt idx="816">
                  <c:v>40580</c:v>
                </c:pt>
                <c:pt idx="817">
                  <c:v>40580</c:v>
                </c:pt>
                <c:pt idx="818">
                  <c:v>40580</c:v>
                </c:pt>
                <c:pt idx="819">
                  <c:v>40580</c:v>
                </c:pt>
                <c:pt idx="820">
                  <c:v>40580</c:v>
                </c:pt>
                <c:pt idx="821">
                  <c:v>40580</c:v>
                </c:pt>
                <c:pt idx="822">
                  <c:v>40580</c:v>
                </c:pt>
                <c:pt idx="823">
                  <c:v>40580</c:v>
                </c:pt>
                <c:pt idx="824">
                  <c:v>40580</c:v>
                </c:pt>
                <c:pt idx="825">
                  <c:v>40580</c:v>
                </c:pt>
                <c:pt idx="826">
                  <c:v>40580</c:v>
                </c:pt>
                <c:pt idx="827">
                  <c:v>40580</c:v>
                </c:pt>
                <c:pt idx="828">
                  <c:v>40580</c:v>
                </c:pt>
                <c:pt idx="829">
                  <c:v>40581</c:v>
                </c:pt>
                <c:pt idx="830">
                  <c:v>40581</c:v>
                </c:pt>
                <c:pt idx="831">
                  <c:v>40581</c:v>
                </c:pt>
                <c:pt idx="832">
                  <c:v>40581</c:v>
                </c:pt>
                <c:pt idx="833">
                  <c:v>40581</c:v>
                </c:pt>
                <c:pt idx="834">
                  <c:v>40581</c:v>
                </c:pt>
                <c:pt idx="835">
                  <c:v>40581</c:v>
                </c:pt>
                <c:pt idx="836">
                  <c:v>40581</c:v>
                </c:pt>
                <c:pt idx="837">
                  <c:v>40581</c:v>
                </c:pt>
                <c:pt idx="838">
                  <c:v>40581</c:v>
                </c:pt>
                <c:pt idx="839">
                  <c:v>40581</c:v>
                </c:pt>
                <c:pt idx="840">
                  <c:v>40581</c:v>
                </c:pt>
                <c:pt idx="841">
                  <c:v>40581</c:v>
                </c:pt>
                <c:pt idx="842">
                  <c:v>40581</c:v>
                </c:pt>
                <c:pt idx="843">
                  <c:v>40581</c:v>
                </c:pt>
                <c:pt idx="844">
                  <c:v>40581</c:v>
                </c:pt>
                <c:pt idx="845">
                  <c:v>40581</c:v>
                </c:pt>
                <c:pt idx="846">
                  <c:v>40581</c:v>
                </c:pt>
                <c:pt idx="847">
                  <c:v>40581</c:v>
                </c:pt>
                <c:pt idx="848">
                  <c:v>40581</c:v>
                </c:pt>
                <c:pt idx="849">
                  <c:v>40581</c:v>
                </c:pt>
                <c:pt idx="850">
                  <c:v>40581</c:v>
                </c:pt>
                <c:pt idx="851">
                  <c:v>40581</c:v>
                </c:pt>
                <c:pt idx="852">
                  <c:v>40581</c:v>
                </c:pt>
                <c:pt idx="853">
                  <c:v>40582</c:v>
                </c:pt>
                <c:pt idx="854">
                  <c:v>40582</c:v>
                </c:pt>
                <c:pt idx="855">
                  <c:v>40582</c:v>
                </c:pt>
                <c:pt idx="856">
                  <c:v>40582</c:v>
                </c:pt>
                <c:pt idx="857">
                  <c:v>40582</c:v>
                </c:pt>
                <c:pt idx="858">
                  <c:v>40582</c:v>
                </c:pt>
                <c:pt idx="859">
                  <c:v>40582</c:v>
                </c:pt>
                <c:pt idx="860">
                  <c:v>40582</c:v>
                </c:pt>
                <c:pt idx="861">
                  <c:v>40582</c:v>
                </c:pt>
                <c:pt idx="862">
                  <c:v>40582</c:v>
                </c:pt>
                <c:pt idx="863">
                  <c:v>40582</c:v>
                </c:pt>
                <c:pt idx="864">
                  <c:v>40582</c:v>
                </c:pt>
                <c:pt idx="865">
                  <c:v>40582</c:v>
                </c:pt>
                <c:pt idx="866">
                  <c:v>40582</c:v>
                </c:pt>
                <c:pt idx="867">
                  <c:v>40582</c:v>
                </c:pt>
                <c:pt idx="868">
                  <c:v>40582</c:v>
                </c:pt>
                <c:pt idx="869">
                  <c:v>40582</c:v>
                </c:pt>
                <c:pt idx="870">
                  <c:v>40582</c:v>
                </c:pt>
                <c:pt idx="871">
                  <c:v>40582</c:v>
                </c:pt>
                <c:pt idx="872">
                  <c:v>40582</c:v>
                </c:pt>
                <c:pt idx="873">
                  <c:v>40582</c:v>
                </c:pt>
                <c:pt idx="874">
                  <c:v>40582</c:v>
                </c:pt>
                <c:pt idx="875">
                  <c:v>40582</c:v>
                </c:pt>
                <c:pt idx="876">
                  <c:v>40582</c:v>
                </c:pt>
                <c:pt idx="877">
                  <c:v>40583</c:v>
                </c:pt>
                <c:pt idx="878">
                  <c:v>40583</c:v>
                </c:pt>
                <c:pt idx="879">
                  <c:v>40583</c:v>
                </c:pt>
                <c:pt idx="880">
                  <c:v>40583</c:v>
                </c:pt>
                <c:pt idx="881">
                  <c:v>40583</c:v>
                </c:pt>
                <c:pt idx="882">
                  <c:v>40583</c:v>
                </c:pt>
                <c:pt idx="883">
                  <c:v>40583</c:v>
                </c:pt>
                <c:pt idx="884">
                  <c:v>40583</c:v>
                </c:pt>
                <c:pt idx="885">
                  <c:v>40583</c:v>
                </c:pt>
                <c:pt idx="886">
                  <c:v>40583</c:v>
                </c:pt>
                <c:pt idx="887">
                  <c:v>40583</c:v>
                </c:pt>
                <c:pt idx="888">
                  <c:v>40583</c:v>
                </c:pt>
                <c:pt idx="889">
                  <c:v>40583</c:v>
                </c:pt>
                <c:pt idx="890">
                  <c:v>40583</c:v>
                </c:pt>
                <c:pt idx="891">
                  <c:v>40583</c:v>
                </c:pt>
                <c:pt idx="892">
                  <c:v>40583</c:v>
                </c:pt>
                <c:pt idx="893">
                  <c:v>40583</c:v>
                </c:pt>
                <c:pt idx="894">
                  <c:v>40583</c:v>
                </c:pt>
                <c:pt idx="895">
                  <c:v>40583</c:v>
                </c:pt>
                <c:pt idx="896">
                  <c:v>40583</c:v>
                </c:pt>
                <c:pt idx="897">
                  <c:v>40583</c:v>
                </c:pt>
                <c:pt idx="898">
                  <c:v>40583</c:v>
                </c:pt>
                <c:pt idx="899">
                  <c:v>40583</c:v>
                </c:pt>
                <c:pt idx="900">
                  <c:v>40584</c:v>
                </c:pt>
                <c:pt idx="901">
                  <c:v>40584</c:v>
                </c:pt>
                <c:pt idx="902">
                  <c:v>40584</c:v>
                </c:pt>
                <c:pt idx="903">
                  <c:v>40584</c:v>
                </c:pt>
                <c:pt idx="904">
                  <c:v>40584</c:v>
                </c:pt>
                <c:pt idx="905">
                  <c:v>40584</c:v>
                </c:pt>
                <c:pt idx="906">
                  <c:v>40584</c:v>
                </c:pt>
                <c:pt idx="907">
                  <c:v>40584</c:v>
                </c:pt>
                <c:pt idx="908">
                  <c:v>40584</c:v>
                </c:pt>
                <c:pt idx="909">
                  <c:v>40584</c:v>
                </c:pt>
                <c:pt idx="910">
                  <c:v>40584</c:v>
                </c:pt>
                <c:pt idx="911">
                  <c:v>40584</c:v>
                </c:pt>
                <c:pt idx="912">
                  <c:v>40584</c:v>
                </c:pt>
                <c:pt idx="913">
                  <c:v>40584</c:v>
                </c:pt>
                <c:pt idx="914">
                  <c:v>40584</c:v>
                </c:pt>
                <c:pt idx="915">
                  <c:v>40584</c:v>
                </c:pt>
                <c:pt idx="916">
                  <c:v>40584</c:v>
                </c:pt>
                <c:pt idx="917">
                  <c:v>40584</c:v>
                </c:pt>
                <c:pt idx="918">
                  <c:v>40584</c:v>
                </c:pt>
                <c:pt idx="919">
                  <c:v>40584</c:v>
                </c:pt>
                <c:pt idx="920">
                  <c:v>40584</c:v>
                </c:pt>
                <c:pt idx="921">
                  <c:v>40584</c:v>
                </c:pt>
                <c:pt idx="922">
                  <c:v>40584</c:v>
                </c:pt>
                <c:pt idx="923">
                  <c:v>40585</c:v>
                </c:pt>
                <c:pt idx="924">
                  <c:v>40585</c:v>
                </c:pt>
                <c:pt idx="925">
                  <c:v>40585</c:v>
                </c:pt>
                <c:pt idx="926">
                  <c:v>40585</c:v>
                </c:pt>
                <c:pt idx="927">
                  <c:v>40585</c:v>
                </c:pt>
                <c:pt idx="928">
                  <c:v>40585</c:v>
                </c:pt>
                <c:pt idx="929">
                  <c:v>40585</c:v>
                </c:pt>
                <c:pt idx="930">
                  <c:v>40585</c:v>
                </c:pt>
                <c:pt idx="931">
                  <c:v>40585</c:v>
                </c:pt>
                <c:pt idx="932">
                  <c:v>40585</c:v>
                </c:pt>
                <c:pt idx="933">
                  <c:v>40585</c:v>
                </c:pt>
                <c:pt idx="934">
                  <c:v>40585</c:v>
                </c:pt>
                <c:pt idx="935">
                  <c:v>40585</c:v>
                </c:pt>
                <c:pt idx="936">
                  <c:v>40585</c:v>
                </c:pt>
                <c:pt idx="937">
                  <c:v>40585</c:v>
                </c:pt>
                <c:pt idx="938">
                  <c:v>40585</c:v>
                </c:pt>
                <c:pt idx="939">
                  <c:v>40585</c:v>
                </c:pt>
                <c:pt idx="940">
                  <c:v>40585</c:v>
                </c:pt>
                <c:pt idx="941">
                  <c:v>40585</c:v>
                </c:pt>
                <c:pt idx="942">
                  <c:v>40585</c:v>
                </c:pt>
                <c:pt idx="943">
                  <c:v>40585</c:v>
                </c:pt>
                <c:pt idx="944">
                  <c:v>40585</c:v>
                </c:pt>
                <c:pt idx="945">
                  <c:v>40586</c:v>
                </c:pt>
                <c:pt idx="946">
                  <c:v>40586</c:v>
                </c:pt>
                <c:pt idx="947">
                  <c:v>40586</c:v>
                </c:pt>
                <c:pt idx="948">
                  <c:v>40586</c:v>
                </c:pt>
                <c:pt idx="949">
                  <c:v>40586</c:v>
                </c:pt>
                <c:pt idx="950">
                  <c:v>40586</c:v>
                </c:pt>
                <c:pt idx="951">
                  <c:v>40586</c:v>
                </c:pt>
                <c:pt idx="952">
                  <c:v>40586</c:v>
                </c:pt>
                <c:pt idx="953">
                  <c:v>40586</c:v>
                </c:pt>
                <c:pt idx="954">
                  <c:v>40586</c:v>
                </c:pt>
                <c:pt idx="955">
                  <c:v>40586</c:v>
                </c:pt>
                <c:pt idx="956">
                  <c:v>40586</c:v>
                </c:pt>
                <c:pt idx="957">
                  <c:v>40586</c:v>
                </c:pt>
                <c:pt idx="958">
                  <c:v>40586</c:v>
                </c:pt>
                <c:pt idx="959">
                  <c:v>40586</c:v>
                </c:pt>
                <c:pt idx="960">
                  <c:v>40586</c:v>
                </c:pt>
                <c:pt idx="961">
                  <c:v>40586</c:v>
                </c:pt>
                <c:pt idx="962">
                  <c:v>40586</c:v>
                </c:pt>
                <c:pt idx="963">
                  <c:v>40586</c:v>
                </c:pt>
                <c:pt idx="964">
                  <c:v>40586</c:v>
                </c:pt>
                <c:pt idx="965">
                  <c:v>40586</c:v>
                </c:pt>
                <c:pt idx="966">
                  <c:v>40586</c:v>
                </c:pt>
                <c:pt idx="967">
                  <c:v>40586</c:v>
                </c:pt>
                <c:pt idx="968">
                  <c:v>40586</c:v>
                </c:pt>
                <c:pt idx="969">
                  <c:v>40587</c:v>
                </c:pt>
                <c:pt idx="970">
                  <c:v>40587</c:v>
                </c:pt>
                <c:pt idx="971">
                  <c:v>40587</c:v>
                </c:pt>
                <c:pt idx="972">
                  <c:v>40587</c:v>
                </c:pt>
                <c:pt idx="973">
                  <c:v>40587</c:v>
                </c:pt>
                <c:pt idx="974">
                  <c:v>40587</c:v>
                </c:pt>
                <c:pt idx="975">
                  <c:v>40587</c:v>
                </c:pt>
                <c:pt idx="976">
                  <c:v>40587</c:v>
                </c:pt>
                <c:pt idx="977">
                  <c:v>40587</c:v>
                </c:pt>
                <c:pt idx="978">
                  <c:v>40587</c:v>
                </c:pt>
                <c:pt idx="979">
                  <c:v>40587</c:v>
                </c:pt>
                <c:pt idx="980">
                  <c:v>40587</c:v>
                </c:pt>
                <c:pt idx="981">
                  <c:v>40587</c:v>
                </c:pt>
                <c:pt idx="982">
                  <c:v>40587</c:v>
                </c:pt>
                <c:pt idx="983">
                  <c:v>40587</c:v>
                </c:pt>
                <c:pt idx="984">
                  <c:v>40587</c:v>
                </c:pt>
                <c:pt idx="985">
                  <c:v>40587</c:v>
                </c:pt>
                <c:pt idx="986">
                  <c:v>40587</c:v>
                </c:pt>
                <c:pt idx="987">
                  <c:v>40587</c:v>
                </c:pt>
                <c:pt idx="988">
                  <c:v>40587</c:v>
                </c:pt>
                <c:pt idx="989">
                  <c:v>40587</c:v>
                </c:pt>
                <c:pt idx="990">
                  <c:v>40587</c:v>
                </c:pt>
                <c:pt idx="991">
                  <c:v>40587</c:v>
                </c:pt>
                <c:pt idx="992">
                  <c:v>40588</c:v>
                </c:pt>
                <c:pt idx="993">
                  <c:v>40588</c:v>
                </c:pt>
                <c:pt idx="994">
                  <c:v>40588</c:v>
                </c:pt>
                <c:pt idx="995">
                  <c:v>40588</c:v>
                </c:pt>
                <c:pt idx="996">
                  <c:v>40588</c:v>
                </c:pt>
                <c:pt idx="997">
                  <c:v>40588</c:v>
                </c:pt>
                <c:pt idx="998">
                  <c:v>40588</c:v>
                </c:pt>
                <c:pt idx="999">
                  <c:v>40588</c:v>
                </c:pt>
              </c:numCache>
            </c:numRef>
          </c:cat>
          <c:val>
            <c:numRef>
              <c:f>'[Bike^120Sharing^120Project (Recovered).xlsx]Append1'!$T$4:$T$1003</c:f>
              <c:numCache>
                <c:formatCode>General</c:formatCode>
                <c:ptCount val="1000"/>
                <c:pt idx="0">
                  <c:v>16</c:v>
                </c:pt>
                <c:pt idx="1">
                  <c:v>40</c:v>
                </c:pt>
                <c:pt idx="2">
                  <c:v>32</c:v>
                </c:pt>
                <c:pt idx="3">
                  <c:v>13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8</c:v>
                </c:pt>
                <c:pt idx="9">
                  <c:v>14</c:v>
                </c:pt>
                <c:pt idx="10">
                  <c:v>36</c:v>
                </c:pt>
                <c:pt idx="11">
                  <c:v>56</c:v>
                </c:pt>
                <c:pt idx="12">
                  <c:v>84</c:v>
                </c:pt>
                <c:pt idx="13">
                  <c:v>94</c:v>
                </c:pt>
                <c:pt idx="14">
                  <c:v>106</c:v>
                </c:pt>
                <c:pt idx="15">
                  <c:v>110</c:v>
                </c:pt>
                <c:pt idx="16">
                  <c:v>93</c:v>
                </c:pt>
                <c:pt idx="17">
                  <c:v>67</c:v>
                </c:pt>
                <c:pt idx="18">
                  <c:v>35</c:v>
                </c:pt>
                <c:pt idx="19">
                  <c:v>37</c:v>
                </c:pt>
                <c:pt idx="20">
                  <c:v>36</c:v>
                </c:pt>
                <c:pt idx="21">
                  <c:v>34</c:v>
                </c:pt>
                <c:pt idx="22">
                  <c:v>28</c:v>
                </c:pt>
                <c:pt idx="23">
                  <c:v>39</c:v>
                </c:pt>
                <c:pt idx="24">
                  <c:v>17</c:v>
                </c:pt>
                <c:pt idx="25">
                  <c:v>17</c:v>
                </c:pt>
                <c:pt idx="26">
                  <c:v>9</c:v>
                </c:pt>
                <c:pt idx="27">
                  <c:v>6</c:v>
                </c:pt>
                <c:pt idx="28">
                  <c:v>3</c:v>
                </c:pt>
                <c:pt idx="29">
                  <c:v>2</c:v>
                </c:pt>
                <c:pt idx="30">
                  <c:v>1</c:v>
                </c:pt>
                <c:pt idx="31">
                  <c:v>8</c:v>
                </c:pt>
                <c:pt idx="32">
                  <c:v>20</c:v>
                </c:pt>
                <c:pt idx="33">
                  <c:v>53</c:v>
                </c:pt>
                <c:pt idx="34">
                  <c:v>70</c:v>
                </c:pt>
                <c:pt idx="35">
                  <c:v>93</c:v>
                </c:pt>
                <c:pt idx="36">
                  <c:v>75</c:v>
                </c:pt>
                <c:pt idx="37">
                  <c:v>59</c:v>
                </c:pt>
                <c:pt idx="38">
                  <c:v>74</c:v>
                </c:pt>
                <c:pt idx="39">
                  <c:v>76</c:v>
                </c:pt>
                <c:pt idx="40">
                  <c:v>65</c:v>
                </c:pt>
                <c:pt idx="41">
                  <c:v>53</c:v>
                </c:pt>
                <c:pt idx="42">
                  <c:v>30</c:v>
                </c:pt>
                <c:pt idx="43">
                  <c:v>22</c:v>
                </c:pt>
                <c:pt idx="44">
                  <c:v>31</c:v>
                </c:pt>
                <c:pt idx="45">
                  <c:v>9</c:v>
                </c:pt>
                <c:pt idx="46">
                  <c:v>8</c:v>
                </c:pt>
                <c:pt idx="47">
                  <c:v>5</c:v>
                </c:pt>
                <c:pt idx="48">
                  <c:v>2</c:v>
                </c:pt>
                <c:pt idx="49">
                  <c:v>1</c:v>
                </c:pt>
                <c:pt idx="50">
                  <c:v>3</c:v>
                </c:pt>
                <c:pt idx="51">
                  <c:v>30</c:v>
                </c:pt>
                <c:pt idx="52">
                  <c:v>64</c:v>
                </c:pt>
                <c:pt idx="53">
                  <c:v>154</c:v>
                </c:pt>
                <c:pt idx="54">
                  <c:v>88</c:v>
                </c:pt>
                <c:pt idx="55">
                  <c:v>44</c:v>
                </c:pt>
                <c:pt idx="56">
                  <c:v>51</c:v>
                </c:pt>
                <c:pt idx="57">
                  <c:v>61</c:v>
                </c:pt>
                <c:pt idx="58">
                  <c:v>61</c:v>
                </c:pt>
                <c:pt idx="59">
                  <c:v>77</c:v>
                </c:pt>
                <c:pt idx="60">
                  <c:v>72</c:v>
                </c:pt>
                <c:pt idx="61">
                  <c:v>76</c:v>
                </c:pt>
                <c:pt idx="62">
                  <c:v>157</c:v>
                </c:pt>
                <c:pt idx="63">
                  <c:v>157</c:v>
                </c:pt>
                <c:pt idx="64">
                  <c:v>110</c:v>
                </c:pt>
                <c:pt idx="65">
                  <c:v>52</c:v>
                </c:pt>
                <c:pt idx="66">
                  <c:v>52</c:v>
                </c:pt>
                <c:pt idx="67">
                  <c:v>20</c:v>
                </c:pt>
                <c:pt idx="68">
                  <c:v>12</c:v>
                </c:pt>
                <c:pt idx="69">
                  <c:v>5</c:v>
                </c:pt>
                <c:pt idx="70">
                  <c:v>2</c:v>
                </c:pt>
                <c:pt idx="71">
                  <c:v>1</c:v>
                </c:pt>
                <c:pt idx="72">
                  <c:v>2</c:v>
                </c:pt>
                <c:pt idx="73">
                  <c:v>4</c:v>
                </c:pt>
                <c:pt idx="74">
                  <c:v>36</c:v>
                </c:pt>
                <c:pt idx="75">
                  <c:v>94</c:v>
                </c:pt>
                <c:pt idx="76">
                  <c:v>179</c:v>
                </c:pt>
                <c:pt idx="77">
                  <c:v>100</c:v>
                </c:pt>
                <c:pt idx="78">
                  <c:v>42</c:v>
                </c:pt>
                <c:pt idx="79">
                  <c:v>57</c:v>
                </c:pt>
                <c:pt idx="80">
                  <c:v>78</c:v>
                </c:pt>
                <c:pt idx="81">
                  <c:v>97</c:v>
                </c:pt>
                <c:pt idx="82">
                  <c:v>63</c:v>
                </c:pt>
                <c:pt idx="83">
                  <c:v>65</c:v>
                </c:pt>
                <c:pt idx="84">
                  <c:v>83</c:v>
                </c:pt>
                <c:pt idx="85">
                  <c:v>212</c:v>
                </c:pt>
                <c:pt idx="86">
                  <c:v>182</c:v>
                </c:pt>
                <c:pt idx="87">
                  <c:v>112</c:v>
                </c:pt>
                <c:pt idx="88">
                  <c:v>54</c:v>
                </c:pt>
                <c:pt idx="89">
                  <c:v>48</c:v>
                </c:pt>
                <c:pt idx="90">
                  <c:v>35</c:v>
                </c:pt>
                <c:pt idx="91">
                  <c:v>11</c:v>
                </c:pt>
                <c:pt idx="92">
                  <c:v>6</c:v>
                </c:pt>
                <c:pt idx="93">
                  <c:v>6</c:v>
                </c:pt>
                <c:pt idx="94">
                  <c:v>2</c:v>
                </c:pt>
                <c:pt idx="95">
                  <c:v>2</c:v>
                </c:pt>
                <c:pt idx="96">
                  <c:v>3</c:v>
                </c:pt>
                <c:pt idx="97">
                  <c:v>33</c:v>
                </c:pt>
                <c:pt idx="98">
                  <c:v>88</c:v>
                </c:pt>
                <c:pt idx="99">
                  <c:v>195</c:v>
                </c:pt>
                <c:pt idx="100">
                  <c:v>115</c:v>
                </c:pt>
                <c:pt idx="101">
                  <c:v>57</c:v>
                </c:pt>
                <c:pt idx="102">
                  <c:v>46</c:v>
                </c:pt>
                <c:pt idx="103">
                  <c:v>79</c:v>
                </c:pt>
                <c:pt idx="104">
                  <c:v>71</c:v>
                </c:pt>
                <c:pt idx="105">
                  <c:v>62</c:v>
                </c:pt>
                <c:pt idx="106">
                  <c:v>62</c:v>
                </c:pt>
                <c:pt idx="107">
                  <c:v>89</c:v>
                </c:pt>
                <c:pt idx="108">
                  <c:v>190</c:v>
                </c:pt>
                <c:pt idx="109">
                  <c:v>169</c:v>
                </c:pt>
                <c:pt idx="110">
                  <c:v>132</c:v>
                </c:pt>
                <c:pt idx="111">
                  <c:v>89</c:v>
                </c:pt>
                <c:pt idx="112">
                  <c:v>43</c:v>
                </c:pt>
                <c:pt idx="113">
                  <c:v>42</c:v>
                </c:pt>
                <c:pt idx="114">
                  <c:v>19</c:v>
                </c:pt>
                <c:pt idx="115">
                  <c:v>11</c:v>
                </c:pt>
                <c:pt idx="116">
                  <c:v>4</c:v>
                </c:pt>
                <c:pt idx="117">
                  <c:v>2</c:v>
                </c:pt>
                <c:pt idx="118">
                  <c:v>1</c:v>
                </c:pt>
                <c:pt idx="119">
                  <c:v>4</c:v>
                </c:pt>
                <c:pt idx="120">
                  <c:v>36</c:v>
                </c:pt>
                <c:pt idx="121">
                  <c:v>95</c:v>
                </c:pt>
                <c:pt idx="122">
                  <c:v>219</c:v>
                </c:pt>
                <c:pt idx="123">
                  <c:v>122</c:v>
                </c:pt>
                <c:pt idx="124">
                  <c:v>45</c:v>
                </c:pt>
                <c:pt idx="125">
                  <c:v>59</c:v>
                </c:pt>
                <c:pt idx="126">
                  <c:v>84</c:v>
                </c:pt>
                <c:pt idx="127">
                  <c:v>67</c:v>
                </c:pt>
                <c:pt idx="128">
                  <c:v>70</c:v>
                </c:pt>
                <c:pt idx="129">
                  <c:v>62</c:v>
                </c:pt>
                <c:pt idx="130">
                  <c:v>86</c:v>
                </c:pt>
                <c:pt idx="131">
                  <c:v>172</c:v>
                </c:pt>
                <c:pt idx="132">
                  <c:v>163</c:v>
                </c:pt>
                <c:pt idx="133">
                  <c:v>112</c:v>
                </c:pt>
                <c:pt idx="134">
                  <c:v>69</c:v>
                </c:pt>
                <c:pt idx="135">
                  <c:v>48</c:v>
                </c:pt>
                <c:pt idx="136">
                  <c:v>52</c:v>
                </c:pt>
                <c:pt idx="137">
                  <c:v>23</c:v>
                </c:pt>
                <c:pt idx="138">
                  <c:v>17</c:v>
                </c:pt>
                <c:pt idx="139">
                  <c:v>7</c:v>
                </c:pt>
                <c:pt idx="140">
                  <c:v>1</c:v>
                </c:pt>
                <c:pt idx="141">
                  <c:v>1</c:v>
                </c:pt>
                <c:pt idx="142">
                  <c:v>5</c:v>
                </c:pt>
                <c:pt idx="143">
                  <c:v>34</c:v>
                </c:pt>
                <c:pt idx="144">
                  <c:v>84</c:v>
                </c:pt>
                <c:pt idx="145">
                  <c:v>210</c:v>
                </c:pt>
                <c:pt idx="146">
                  <c:v>134</c:v>
                </c:pt>
                <c:pt idx="147">
                  <c:v>63</c:v>
                </c:pt>
                <c:pt idx="148">
                  <c:v>67</c:v>
                </c:pt>
                <c:pt idx="149">
                  <c:v>59</c:v>
                </c:pt>
                <c:pt idx="150">
                  <c:v>73</c:v>
                </c:pt>
                <c:pt idx="151">
                  <c:v>50</c:v>
                </c:pt>
                <c:pt idx="152">
                  <c:v>72</c:v>
                </c:pt>
                <c:pt idx="153">
                  <c:v>87</c:v>
                </c:pt>
                <c:pt idx="154">
                  <c:v>187</c:v>
                </c:pt>
                <c:pt idx="155">
                  <c:v>123</c:v>
                </c:pt>
                <c:pt idx="156">
                  <c:v>95</c:v>
                </c:pt>
                <c:pt idx="157">
                  <c:v>51</c:v>
                </c:pt>
                <c:pt idx="158">
                  <c:v>39</c:v>
                </c:pt>
                <c:pt idx="159">
                  <c:v>36</c:v>
                </c:pt>
                <c:pt idx="160">
                  <c:v>15</c:v>
                </c:pt>
                <c:pt idx="161">
                  <c:v>25</c:v>
                </c:pt>
                <c:pt idx="162">
                  <c:v>16</c:v>
                </c:pt>
                <c:pt idx="163">
                  <c:v>16</c:v>
                </c:pt>
                <c:pt idx="164">
                  <c:v>7</c:v>
                </c:pt>
                <c:pt idx="165">
                  <c:v>1</c:v>
                </c:pt>
                <c:pt idx="166">
                  <c:v>5</c:v>
                </c:pt>
                <c:pt idx="167">
                  <c:v>2</c:v>
                </c:pt>
                <c:pt idx="168">
                  <c:v>9</c:v>
                </c:pt>
                <c:pt idx="169">
                  <c:v>15</c:v>
                </c:pt>
                <c:pt idx="170">
                  <c:v>20</c:v>
                </c:pt>
                <c:pt idx="171">
                  <c:v>61</c:v>
                </c:pt>
                <c:pt idx="172">
                  <c:v>62</c:v>
                </c:pt>
                <c:pt idx="173">
                  <c:v>98</c:v>
                </c:pt>
                <c:pt idx="174">
                  <c:v>102</c:v>
                </c:pt>
                <c:pt idx="175">
                  <c:v>95</c:v>
                </c:pt>
                <c:pt idx="176">
                  <c:v>74</c:v>
                </c:pt>
                <c:pt idx="177">
                  <c:v>76</c:v>
                </c:pt>
                <c:pt idx="178">
                  <c:v>69</c:v>
                </c:pt>
                <c:pt idx="179">
                  <c:v>55</c:v>
                </c:pt>
                <c:pt idx="180">
                  <c:v>30</c:v>
                </c:pt>
                <c:pt idx="181">
                  <c:v>28</c:v>
                </c:pt>
                <c:pt idx="182">
                  <c:v>37</c:v>
                </c:pt>
                <c:pt idx="183">
                  <c:v>34</c:v>
                </c:pt>
                <c:pt idx="184">
                  <c:v>22</c:v>
                </c:pt>
                <c:pt idx="185">
                  <c:v>25</c:v>
                </c:pt>
                <c:pt idx="186">
                  <c:v>12</c:v>
                </c:pt>
                <c:pt idx="187">
                  <c:v>11</c:v>
                </c:pt>
                <c:pt idx="188">
                  <c:v>4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6</c:v>
                </c:pt>
                <c:pt idx="193">
                  <c:v>10</c:v>
                </c:pt>
                <c:pt idx="194">
                  <c:v>19</c:v>
                </c:pt>
                <c:pt idx="195">
                  <c:v>49</c:v>
                </c:pt>
                <c:pt idx="196">
                  <c:v>49</c:v>
                </c:pt>
                <c:pt idx="197">
                  <c:v>83</c:v>
                </c:pt>
                <c:pt idx="198">
                  <c:v>75</c:v>
                </c:pt>
                <c:pt idx="199">
                  <c:v>72</c:v>
                </c:pt>
                <c:pt idx="200">
                  <c:v>82</c:v>
                </c:pt>
                <c:pt idx="201">
                  <c:v>92</c:v>
                </c:pt>
                <c:pt idx="202">
                  <c:v>62</c:v>
                </c:pt>
                <c:pt idx="203">
                  <c:v>48</c:v>
                </c:pt>
                <c:pt idx="204">
                  <c:v>41</c:v>
                </c:pt>
                <c:pt idx="205">
                  <c:v>38</c:v>
                </c:pt>
                <c:pt idx="206">
                  <c:v>20</c:v>
                </c:pt>
                <c:pt idx="207">
                  <c:v>15</c:v>
                </c:pt>
                <c:pt idx="208">
                  <c:v>6</c:v>
                </c:pt>
                <c:pt idx="209">
                  <c:v>5</c:v>
                </c:pt>
                <c:pt idx="210">
                  <c:v>1</c:v>
                </c:pt>
                <c:pt idx="211">
                  <c:v>3</c:v>
                </c:pt>
                <c:pt idx="212">
                  <c:v>1</c:v>
                </c:pt>
                <c:pt idx="213">
                  <c:v>3</c:v>
                </c:pt>
                <c:pt idx="214">
                  <c:v>3</c:v>
                </c:pt>
                <c:pt idx="215">
                  <c:v>31</c:v>
                </c:pt>
                <c:pt idx="216">
                  <c:v>77</c:v>
                </c:pt>
                <c:pt idx="217">
                  <c:v>188</c:v>
                </c:pt>
                <c:pt idx="218">
                  <c:v>94</c:v>
                </c:pt>
                <c:pt idx="219">
                  <c:v>31</c:v>
                </c:pt>
                <c:pt idx="220">
                  <c:v>30</c:v>
                </c:pt>
                <c:pt idx="221">
                  <c:v>52</c:v>
                </c:pt>
                <c:pt idx="222">
                  <c:v>54</c:v>
                </c:pt>
                <c:pt idx="223">
                  <c:v>47</c:v>
                </c:pt>
                <c:pt idx="224">
                  <c:v>45</c:v>
                </c:pt>
                <c:pt idx="225">
                  <c:v>74</c:v>
                </c:pt>
                <c:pt idx="226">
                  <c:v>178</c:v>
                </c:pt>
                <c:pt idx="227">
                  <c:v>155</c:v>
                </c:pt>
                <c:pt idx="228">
                  <c:v>95</c:v>
                </c:pt>
                <c:pt idx="229">
                  <c:v>74</c:v>
                </c:pt>
                <c:pt idx="230">
                  <c:v>38</c:v>
                </c:pt>
                <c:pt idx="231">
                  <c:v>24</c:v>
                </c:pt>
                <c:pt idx="232">
                  <c:v>18</c:v>
                </c:pt>
                <c:pt idx="233">
                  <c:v>12</c:v>
                </c:pt>
                <c:pt idx="234">
                  <c:v>3</c:v>
                </c:pt>
                <c:pt idx="235">
                  <c:v>3</c:v>
                </c:pt>
                <c:pt idx="236">
                  <c:v>6</c:v>
                </c:pt>
                <c:pt idx="237">
                  <c:v>27</c:v>
                </c:pt>
                <c:pt idx="238">
                  <c:v>99</c:v>
                </c:pt>
                <c:pt idx="239">
                  <c:v>217</c:v>
                </c:pt>
                <c:pt idx="240">
                  <c:v>130</c:v>
                </c:pt>
                <c:pt idx="241">
                  <c:v>54</c:v>
                </c:pt>
                <c:pt idx="242">
                  <c:v>35</c:v>
                </c:pt>
                <c:pt idx="243">
                  <c:v>57</c:v>
                </c:pt>
                <c:pt idx="244">
                  <c:v>52</c:v>
                </c:pt>
                <c:pt idx="245">
                  <c:v>63</c:v>
                </c:pt>
                <c:pt idx="246">
                  <c:v>47</c:v>
                </c:pt>
                <c:pt idx="247">
                  <c:v>76</c:v>
                </c:pt>
                <c:pt idx="248">
                  <c:v>136</c:v>
                </c:pt>
                <c:pt idx="249">
                  <c:v>95</c:v>
                </c:pt>
                <c:pt idx="250">
                  <c:v>51</c:v>
                </c:pt>
                <c:pt idx="251">
                  <c:v>32</c:v>
                </c:pt>
                <c:pt idx="252">
                  <c:v>20</c:v>
                </c:pt>
                <c:pt idx="253">
                  <c:v>29</c:v>
                </c:pt>
                <c:pt idx="254">
                  <c:v>19</c:v>
                </c:pt>
                <c:pt idx="255">
                  <c:v>7</c:v>
                </c:pt>
                <c:pt idx="256">
                  <c:v>6</c:v>
                </c:pt>
                <c:pt idx="257">
                  <c:v>1</c:v>
                </c:pt>
                <c:pt idx="258">
                  <c:v>5</c:v>
                </c:pt>
                <c:pt idx="259">
                  <c:v>16</c:v>
                </c:pt>
                <c:pt idx="260">
                  <c:v>54</c:v>
                </c:pt>
                <c:pt idx="261">
                  <c:v>128</c:v>
                </c:pt>
                <c:pt idx="262">
                  <c:v>81</c:v>
                </c:pt>
                <c:pt idx="263">
                  <c:v>39</c:v>
                </c:pt>
                <c:pt idx="264">
                  <c:v>35</c:v>
                </c:pt>
                <c:pt idx="265">
                  <c:v>55</c:v>
                </c:pt>
                <c:pt idx="266">
                  <c:v>49</c:v>
                </c:pt>
                <c:pt idx="267">
                  <c:v>44</c:v>
                </c:pt>
                <c:pt idx="268">
                  <c:v>49</c:v>
                </c:pt>
                <c:pt idx="269">
                  <c:v>68</c:v>
                </c:pt>
                <c:pt idx="270">
                  <c:v>139</c:v>
                </c:pt>
                <c:pt idx="271">
                  <c:v>137</c:v>
                </c:pt>
                <c:pt idx="272">
                  <c:v>83</c:v>
                </c:pt>
                <c:pt idx="273">
                  <c:v>56</c:v>
                </c:pt>
                <c:pt idx="274">
                  <c:v>57</c:v>
                </c:pt>
                <c:pt idx="275">
                  <c:v>33</c:v>
                </c:pt>
                <c:pt idx="276">
                  <c:v>20</c:v>
                </c:pt>
                <c:pt idx="277">
                  <c:v>7</c:v>
                </c:pt>
                <c:pt idx="278">
                  <c:v>2</c:v>
                </c:pt>
                <c:pt idx="279">
                  <c:v>2</c:v>
                </c:pt>
                <c:pt idx="280">
                  <c:v>3</c:v>
                </c:pt>
                <c:pt idx="281">
                  <c:v>4</c:v>
                </c:pt>
                <c:pt idx="282">
                  <c:v>3</c:v>
                </c:pt>
                <c:pt idx="283">
                  <c:v>28</c:v>
                </c:pt>
                <c:pt idx="284">
                  <c:v>72</c:v>
                </c:pt>
                <c:pt idx="285">
                  <c:v>202</c:v>
                </c:pt>
                <c:pt idx="286">
                  <c:v>139</c:v>
                </c:pt>
                <c:pt idx="287">
                  <c:v>38</c:v>
                </c:pt>
                <c:pt idx="288">
                  <c:v>37</c:v>
                </c:pt>
                <c:pt idx="289">
                  <c:v>52</c:v>
                </c:pt>
                <c:pt idx="290">
                  <c:v>83</c:v>
                </c:pt>
                <c:pt idx="291">
                  <c:v>42</c:v>
                </c:pt>
                <c:pt idx="292">
                  <c:v>60</c:v>
                </c:pt>
                <c:pt idx="293">
                  <c:v>78</c:v>
                </c:pt>
                <c:pt idx="294">
                  <c:v>162</c:v>
                </c:pt>
                <c:pt idx="295">
                  <c:v>144</c:v>
                </c:pt>
                <c:pt idx="296">
                  <c:v>99</c:v>
                </c:pt>
                <c:pt idx="297">
                  <c:v>64</c:v>
                </c:pt>
                <c:pt idx="298">
                  <c:v>40</c:v>
                </c:pt>
                <c:pt idx="299">
                  <c:v>30</c:v>
                </c:pt>
                <c:pt idx="300">
                  <c:v>15</c:v>
                </c:pt>
                <c:pt idx="301">
                  <c:v>14</c:v>
                </c:pt>
                <c:pt idx="302">
                  <c:v>5</c:v>
                </c:pt>
                <c:pt idx="303">
                  <c:v>1</c:v>
                </c:pt>
                <c:pt idx="304">
                  <c:v>1</c:v>
                </c:pt>
                <c:pt idx="305">
                  <c:v>8</c:v>
                </c:pt>
                <c:pt idx="306">
                  <c:v>17</c:v>
                </c:pt>
                <c:pt idx="307">
                  <c:v>70</c:v>
                </c:pt>
                <c:pt idx="308">
                  <c:v>158</c:v>
                </c:pt>
                <c:pt idx="309">
                  <c:v>117</c:v>
                </c:pt>
                <c:pt idx="310">
                  <c:v>44</c:v>
                </c:pt>
                <c:pt idx="311">
                  <c:v>53</c:v>
                </c:pt>
                <c:pt idx="312">
                  <c:v>61</c:v>
                </c:pt>
                <c:pt idx="313">
                  <c:v>77</c:v>
                </c:pt>
                <c:pt idx="314">
                  <c:v>64</c:v>
                </c:pt>
                <c:pt idx="315">
                  <c:v>68</c:v>
                </c:pt>
                <c:pt idx="316">
                  <c:v>90</c:v>
                </c:pt>
                <c:pt idx="317">
                  <c:v>159</c:v>
                </c:pt>
                <c:pt idx="318">
                  <c:v>139</c:v>
                </c:pt>
                <c:pt idx="319">
                  <c:v>92</c:v>
                </c:pt>
                <c:pt idx="320">
                  <c:v>68</c:v>
                </c:pt>
                <c:pt idx="321">
                  <c:v>52</c:v>
                </c:pt>
                <c:pt idx="322">
                  <c:v>36</c:v>
                </c:pt>
                <c:pt idx="323">
                  <c:v>27</c:v>
                </c:pt>
                <c:pt idx="324">
                  <c:v>28</c:v>
                </c:pt>
                <c:pt idx="325">
                  <c:v>20</c:v>
                </c:pt>
                <c:pt idx="326">
                  <c:v>12</c:v>
                </c:pt>
                <c:pt idx="327">
                  <c:v>8</c:v>
                </c:pt>
                <c:pt idx="328">
                  <c:v>5</c:v>
                </c:pt>
                <c:pt idx="329">
                  <c:v>1</c:v>
                </c:pt>
                <c:pt idx="330">
                  <c:v>3</c:v>
                </c:pt>
                <c:pt idx="331">
                  <c:v>10</c:v>
                </c:pt>
                <c:pt idx="332">
                  <c:v>23</c:v>
                </c:pt>
                <c:pt idx="333">
                  <c:v>33</c:v>
                </c:pt>
                <c:pt idx="334">
                  <c:v>59</c:v>
                </c:pt>
                <c:pt idx="335">
                  <c:v>72</c:v>
                </c:pt>
                <c:pt idx="336">
                  <c:v>89</c:v>
                </c:pt>
                <c:pt idx="337">
                  <c:v>101</c:v>
                </c:pt>
                <c:pt idx="338">
                  <c:v>118</c:v>
                </c:pt>
                <c:pt idx="339">
                  <c:v>129</c:v>
                </c:pt>
                <c:pt idx="340">
                  <c:v>128</c:v>
                </c:pt>
                <c:pt idx="341">
                  <c:v>83</c:v>
                </c:pt>
                <c:pt idx="342">
                  <c:v>84</c:v>
                </c:pt>
                <c:pt idx="343">
                  <c:v>74</c:v>
                </c:pt>
                <c:pt idx="344">
                  <c:v>41</c:v>
                </c:pt>
                <c:pt idx="345">
                  <c:v>57</c:v>
                </c:pt>
                <c:pt idx="346">
                  <c:v>26</c:v>
                </c:pt>
                <c:pt idx="347">
                  <c:v>44</c:v>
                </c:pt>
                <c:pt idx="348">
                  <c:v>39</c:v>
                </c:pt>
                <c:pt idx="349">
                  <c:v>23</c:v>
                </c:pt>
                <c:pt idx="350">
                  <c:v>16</c:v>
                </c:pt>
                <c:pt idx="351">
                  <c:v>15</c:v>
                </c:pt>
                <c:pt idx="352">
                  <c:v>1</c:v>
                </c:pt>
                <c:pt idx="353">
                  <c:v>2</c:v>
                </c:pt>
                <c:pt idx="354">
                  <c:v>1</c:v>
                </c:pt>
                <c:pt idx="355">
                  <c:v>3</c:v>
                </c:pt>
                <c:pt idx="356">
                  <c:v>18</c:v>
                </c:pt>
                <c:pt idx="357">
                  <c:v>32</c:v>
                </c:pt>
                <c:pt idx="358">
                  <c:v>79</c:v>
                </c:pt>
                <c:pt idx="359">
                  <c:v>93</c:v>
                </c:pt>
                <c:pt idx="360">
                  <c:v>104</c:v>
                </c:pt>
                <c:pt idx="361">
                  <c:v>118</c:v>
                </c:pt>
                <c:pt idx="362">
                  <c:v>91</c:v>
                </c:pt>
                <c:pt idx="363">
                  <c:v>113</c:v>
                </c:pt>
                <c:pt idx="364">
                  <c:v>99</c:v>
                </c:pt>
                <c:pt idx="365">
                  <c:v>105</c:v>
                </c:pt>
                <c:pt idx="366">
                  <c:v>67</c:v>
                </c:pt>
                <c:pt idx="367">
                  <c:v>61</c:v>
                </c:pt>
                <c:pt idx="368">
                  <c:v>57</c:v>
                </c:pt>
                <c:pt idx="369">
                  <c:v>28</c:v>
                </c:pt>
                <c:pt idx="370">
                  <c:v>21</c:v>
                </c:pt>
                <c:pt idx="371">
                  <c:v>18</c:v>
                </c:pt>
                <c:pt idx="372">
                  <c:v>17</c:v>
                </c:pt>
                <c:pt idx="373">
                  <c:v>16</c:v>
                </c:pt>
                <c:pt idx="374">
                  <c:v>8</c:v>
                </c:pt>
                <c:pt idx="375">
                  <c:v>2</c:v>
                </c:pt>
                <c:pt idx="376">
                  <c:v>3</c:v>
                </c:pt>
                <c:pt idx="377">
                  <c:v>1</c:v>
                </c:pt>
                <c:pt idx="378">
                  <c:v>5</c:v>
                </c:pt>
                <c:pt idx="379">
                  <c:v>13</c:v>
                </c:pt>
                <c:pt idx="380">
                  <c:v>33</c:v>
                </c:pt>
                <c:pt idx="381">
                  <c:v>47</c:v>
                </c:pt>
                <c:pt idx="382">
                  <c:v>57</c:v>
                </c:pt>
                <c:pt idx="383">
                  <c:v>64</c:v>
                </c:pt>
                <c:pt idx="384">
                  <c:v>80</c:v>
                </c:pt>
                <c:pt idx="385">
                  <c:v>93</c:v>
                </c:pt>
                <c:pt idx="386">
                  <c:v>86</c:v>
                </c:pt>
                <c:pt idx="387">
                  <c:v>93</c:v>
                </c:pt>
                <c:pt idx="388">
                  <c:v>82</c:v>
                </c:pt>
                <c:pt idx="389">
                  <c:v>71</c:v>
                </c:pt>
                <c:pt idx="390">
                  <c:v>92</c:v>
                </c:pt>
                <c:pt idx="391">
                  <c:v>60</c:v>
                </c:pt>
                <c:pt idx="392">
                  <c:v>33</c:v>
                </c:pt>
                <c:pt idx="393">
                  <c:v>27</c:v>
                </c:pt>
                <c:pt idx="394">
                  <c:v>13</c:v>
                </c:pt>
                <c:pt idx="395">
                  <c:v>4</c:v>
                </c:pt>
                <c:pt idx="396">
                  <c:v>3</c:v>
                </c:pt>
                <c:pt idx="397">
                  <c:v>22</c:v>
                </c:pt>
                <c:pt idx="398">
                  <c:v>28</c:v>
                </c:pt>
                <c:pt idx="399">
                  <c:v>35</c:v>
                </c:pt>
                <c:pt idx="400">
                  <c:v>61</c:v>
                </c:pt>
                <c:pt idx="401">
                  <c:v>125</c:v>
                </c:pt>
                <c:pt idx="402">
                  <c:v>133</c:v>
                </c:pt>
                <c:pt idx="403">
                  <c:v>99</c:v>
                </c:pt>
                <c:pt idx="404">
                  <c:v>83</c:v>
                </c:pt>
                <c:pt idx="405">
                  <c:v>41</c:v>
                </c:pt>
                <c:pt idx="406">
                  <c:v>33</c:v>
                </c:pt>
                <c:pt idx="407">
                  <c:v>20</c:v>
                </c:pt>
                <c:pt idx="408">
                  <c:v>3</c:v>
                </c:pt>
                <c:pt idx="409">
                  <c:v>7</c:v>
                </c:pt>
                <c:pt idx="410">
                  <c:v>3</c:v>
                </c:pt>
                <c:pt idx="411">
                  <c:v>2</c:v>
                </c:pt>
                <c:pt idx="412">
                  <c:v>7</c:v>
                </c:pt>
                <c:pt idx="413">
                  <c:v>32</c:v>
                </c:pt>
                <c:pt idx="414">
                  <c:v>90</c:v>
                </c:pt>
                <c:pt idx="415">
                  <c:v>197</c:v>
                </c:pt>
                <c:pt idx="416">
                  <c:v>109</c:v>
                </c:pt>
                <c:pt idx="417">
                  <c:v>47</c:v>
                </c:pt>
                <c:pt idx="418">
                  <c:v>52</c:v>
                </c:pt>
                <c:pt idx="419">
                  <c:v>70</c:v>
                </c:pt>
                <c:pt idx="420">
                  <c:v>78</c:v>
                </c:pt>
                <c:pt idx="421">
                  <c:v>75</c:v>
                </c:pt>
                <c:pt idx="422">
                  <c:v>82</c:v>
                </c:pt>
                <c:pt idx="423">
                  <c:v>104</c:v>
                </c:pt>
                <c:pt idx="424">
                  <c:v>197</c:v>
                </c:pt>
                <c:pt idx="425">
                  <c:v>161</c:v>
                </c:pt>
                <c:pt idx="426">
                  <c:v>112</c:v>
                </c:pt>
                <c:pt idx="427">
                  <c:v>76</c:v>
                </c:pt>
                <c:pt idx="428">
                  <c:v>59</c:v>
                </c:pt>
                <c:pt idx="429">
                  <c:v>59</c:v>
                </c:pt>
                <c:pt idx="430">
                  <c:v>28</c:v>
                </c:pt>
                <c:pt idx="431">
                  <c:v>13</c:v>
                </c:pt>
                <c:pt idx="432">
                  <c:v>5</c:v>
                </c:pt>
                <c:pt idx="433">
                  <c:v>2</c:v>
                </c:pt>
                <c:pt idx="434">
                  <c:v>1</c:v>
                </c:pt>
                <c:pt idx="435">
                  <c:v>1</c:v>
                </c:pt>
                <c:pt idx="436">
                  <c:v>6</c:v>
                </c:pt>
                <c:pt idx="437">
                  <c:v>35</c:v>
                </c:pt>
                <c:pt idx="438">
                  <c:v>101</c:v>
                </c:pt>
                <c:pt idx="439">
                  <c:v>249</c:v>
                </c:pt>
                <c:pt idx="440">
                  <c:v>143</c:v>
                </c:pt>
                <c:pt idx="441">
                  <c:v>57</c:v>
                </c:pt>
                <c:pt idx="442">
                  <c:v>68</c:v>
                </c:pt>
                <c:pt idx="443">
                  <c:v>84</c:v>
                </c:pt>
                <c:pt idx="444">
                  <c:v>98</c:v>
                </c:pt>
                <c:pt idx="445">
                  <c:v>81</c:v>
                </c:pt>
                <c:pt idx="446">
                  <c:v>70</c:v>
                </c:pt>
                <c:pt idx="447">
                  <c:v>91</c:v>
                </c:pt>
                <c:pt idx="448">
                  <c:v>215</c:v>
                </c:pt>
                <c:pt idx="449">
                  <c:v>185</c:v>
                </c:pt>
                <c:pt idx="450">
                  <c:v>152</c:v>
                </c:pt>
                <c:pt idx="451">
                  <c:v>126</c:v>
                </c:pt>
                <c:pt idx="452">
                  <c:v>57</c:v>
                </c:pt>
                <c:pt idx="453">
                  <c:v>56</c:v>
                </c:pt>
                <c:pt idx="454">
                  <c:v>31</c:v>
                </c:pt>
                <c:pt idx="455">
                  <c:v>21</c:v>
                </c:pt>
                <c:pt idx="456">
                  <c:v>6</c:v>
                </c:pt>
                <c:pt idx="457">
                  <c:v>2</c:v>
                </c:pt>
                <c:pt idx="458">
                  <c:v>1</c:v>
                </c:pt>
                <c:pt idx="459">
                  <c:v>1</c:v>
                </c:pt>
                <c:pt idx="460">
                  <c:v>5</c:v>
                </c:pt>
                <c:pt idx="461">
                  <c:v>27</c:v>
                </c:pt>
                <c:pt idx="462">
                  <c:v>68</c:v>
                </c:pt>
                <c:pt idx="463">
                  <c:v>217</c:v>
                </c:pt>
                <c:pt idx="464">
                  <c:v>166</c:v>
                </c:pt>
                <c:pt idx="465">
                  <c:v>63</c:v>
                </c:pt>
                <c:pt idx="466">
                  <c:v>59</c:v>
                </c:pt>
                <c:pt idx="467">
                  <c:v>78</c:v>
                </c:pt>
                <c:pt idx="468">
                  <c:v>73</c:v>
                </c:pt>
                <c:pt idx="469">
                  <c:v>62</c:v>
                </c:pt>
                <c:pt idx="470">
                  <c:v>65</c:v>
                </c:pt>
                <c:pt idx="471">
                  <c:v>97</c:v>
                </c:pt>
                <c:pt idx="472">
                  <c:v>161</c:v>
                </c:pt>
                <c:pt idx="473">
                  <c:v>120</c:v>
                </c:pt>
                <c:pt idx="474">
                  <c:v>96</c:v>
                </c:pt>
                <c:pt idx="475">
                  <c:v>53</c:v>
                </c:pt>
                <c:pt idx="476">
                  <c:v>41</c:v>
                </c:pt>
                <c:pt idx="477">
                  <c:v>34</c:v>
                </c:pt>
                <c:pt idx="478">
                  <c:v>27</c:v>
                </c:pt>
                <c:pt idx="479">
                  <c:v>13</c:v>
                </c:pt>
                <c:pt idx="480">
                  <c:v>12</c:v>
                </c:pt>
                <c:pt idx="481">
                  <c:v>11</c:v>
                </c:pt>
                <c:pt idx="482">
                  <c:v>7</c:v>
                </c:pt>
                <c:pt idx="483">
                  <c:v>3</c:v>
                </c:pt>
                <c:pt idx="484">
                  <c:v>2</c:v>
                </c:pt>
                <c:pt idx="485">
                  <c:v>8</c:v>
                </c:pt>
                <c:pt idx="486">
                  <c:v>27</c:v>
                </c:pt>
                <c:pt idx="487">
                  <c:v>40</c:v>
                </c:pt>
                <c:pt idx="488">
                  <c:v>53</c:v>
                </c:pt>
                <c:pt idx="489">
                  <c:v>63</c:v>
                </c:pt>
                <c:pt idx="490">
                  <c:v>70</c:v>
                </c:pt>
                <c:pt idx="491">
                  <c:v>84</c:v>
                </c:pt>
                <c:pt idx="492">
                  <c:v>75</c:v>
                </c:pt>
                <c:pt idx="493">
                  <c:v>103</c:v>
                </c:pt>
                <c:pt idx="494">
                  <c:v>83</c:v>
                </c:pt>
                <c:pt idx="495">
                  <c:v>67</c:v>
                </c:pt>
                <c:pt idx="496">
                  <c:v>54</c:v>
                </c:pt>
                <c:pt idx="497">
                  <c:v>59</c:v>
                </c:pt>
                <c:pt idx="498">
                  <c:v>45</c:v>
                </c:pt>
                <c:pt idx="499">
                  <c:v>39</c:v>
                </c:pt>
                <c:pt idx="500">
                  <c:v>30</c:v>
                </c:pt>
                <c:pt idx="501">
                  <c:v>33</c:v>
                </c:pt>
                <c:pt idx="502">
                  <c:v>22</c:v>
                </c:pt>
                <c:pt idx="503">
                  <c:v>13</c:v>
                </c:pt>
                <c:pt idx="504">
                  <c:v>18</c:v>
                </c:pt>
                <c:pt idx="505">
                  <c:v>5</c:v>
                </c:pt>
                <c:pt idx="506">
                  <c:v>3</c:v>
                </c:pt>
                <c:pt idx="507">
                  <c:v>1</c:v>
                </c:pt>
                <c:pt idx="508">
                  <c:v>2</c:v>
                </c:pt>
                <c:pt idx="509">
                  <c:v>19</c:v>
                </c:pt>
                <c:pt idx="510">
                  <c:v>28</c:v>
                </c:pt>
                <c:pt idx="511">
                  <c:v>58</c:v>
                </c:pt>
                <c:pt idx="512">
                  <c:v>99</c:v>
                </c:pt>
                <c:pt idx="513">
                  <c:v>116</c:v>
                </c:pt>
                <c:pt idx="514">
                  <c:v>87</c:v>
                </c:pt>
                <c:pt idx="515">
                  <c:v>110</c:v>
                </c:pt>
                <c:pt idx="516">
                  <c:v>77</c:v>
                </c:pt>
                <c:pt idx="517">
                  <c:v>65</c:v>
                </c:pt>
                <c:pt idx="518">
                  <c:v>55</c:v>
                </c:pt>
                <c:pt idx="519">
                  <c:v>49</c:v>
                </c:pt>
                <c:pt idx="520">
                  <c:v>50</c:v>
                </c:pt>
                <c:pt idx="521">
                  <c:v>35</c:v>
                </c:pt>
                <c:pt idx="522">
                  <c:v>25</c:v>
                </c:pt>
                <c:pt idx="523">
                  <c:v>28</c:v>
                </c:pt>
                <c:pt idx="524">
                  <c:v>21</c:v>
                </c:pt>
                <c:pt idx="525">
                  <c:v>7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5</c:v>
                </c:pt>
                <c:pt idx="530">
                  <c:v>15</c:v>
                </c:pt>
                <c:pt idx="531">
                  <c:v>84</c:v>
                </c:pt>
                <c:pt idx="532">
                  <c:v>177</c:v>
                </c:pt>
                <c:pt idx="533">
                  <c:v>102</c:v>
                </c:pt>
                <c:pt idx="534">
                  <c:v>40</c:v>
                </c:pt>
                <c:pt idx="535">
                  <c:v>46</c:v>
                </c:pt>
                <c:pt idx="536">
                  <c:v>63</c:v>
                </c:pt>
                <c:pt idx="537">
                  <c:v>60</c:v>
                </c:pt>
                <c:pt idx="538">
                  <c:v>45</c:v>
                </c:pt>
                <c:pt idx="539">
                  <c:v>57</c:v>
                </c:pt>
                <c:pt idx="540">
                  <c:v>70</c:v>
                </c:pt>
                <c:pt idx="541">
                  <c:v>184</c:v>
                </c:pt>
                <c:pt idx="542">
                  <c:v>153</c:v>
                </c:pt>
                <c:pt idx="543">
                  <c:v>106</c:v>
                </c:pt>
                <c:pt idx="544">
                  <c:v>81</c:v>
                </c:pt>
                <c:pt idx="545">
                  <c:v>59</c:v>
                </c:pt>
                <c:pt idx="546">
                  <c:v>35</c:v>
                </c:pt>
                <c:pt idx="547">
                  <c:v>24</c:v>
                </c:pt>
                <c:pt idx="548">
                  <c:v>9</c:v>
                </c:pt>
                <c:pt idx="549">
                  <c:v>5</c:v>
                </c:pt>
                <c:pt idx="550">
                  <c:v>2</c:v>
                </c:pt>
                <c:pt idx="551">
                  <c:v>1</c:v>
                </c:pt>
                <c:pt idx="552">
                  <c:v>9</c:v>
                </c:pt>
                <c:pt idx="553">
                  <c:v>36</c:v>
                </c:pt>
                <c:pt idx="554">
                  <c:v>108</c:v>
                </c:pt>
                <c:pt idx="555">
                  <c:v>238</c:v>
                </c:pt>
                <c:pt idx="556">
                  <c:v>144</c:v>
                </c:pt>
                <c:pt idx="557">
                  <c:v>55</c:v>
                </c:pt>
                <c:pt idx="558">
                  <c:v>61</c:v>
                </c:pt>
                <c:pt idx="559">
                  <c:v>106</c:v>
                </c:pt>
                <c:pt idx="560">
                  <c:v>93</c:v>
                </c:pt>
                <c:pt idx="561">
                  <c:v>68</c:v>
                </c:pt>
                <c:pt idx="562">
                  <c:v>84</c:v>
                </c:pt>
                <c:pt idx="563">
                  <c:v>116</c:v>
                </c:pt>
                <c:pt idx="564">
                  <c:v>222</c:v>
                </c:pt>
                <c:pt idx="565">
                  <c:v>225</c:v>
                </c:pt>
                <c:pt idx="566">
                  <c:v>146</c:v>
                </c:pt>
                <c:pt idx="567">
                  <c:v>119</c:v>
                </c:pt>
                <c:pt idx="568">
                  <c:v>45</c:v>
                </c:pt>
                <c:pt idx="569">
                  <c:v>53</c:v>
                </c:pt>
                <c:pt idx="570">
                  <c:v>40</c:v>
                </c:pt>
                <c:pt idx="571">
                  <c:v>17</c:v>
                </c:pt>
                <c:pt idx="572">
                  <c:v>5</c:v>
                </c:pt>
                <c:pt idx="573">
                  <c:v>10</c:v>
                </c:pt>
                <c:pt idx="574">
                  <c:v>1</c:v>
                </c:pt>
                <c:pt idx="575">
                  <c:v>8</c:v>
                </c:pt>
                <c:pt idx="576">
                  <c:v>30</c:v>
                </c:pt>
                <c:pt idx="577">
                  <c:v>72</c:v>
                </c:pt>
                <c:pt idx="578">
                  <c:v>58</c:v>
                </c:pt>
                <c:pt idx="579">
                  <c:v>28</c:v>
                </c:pt>
                <c:pt idx="580">
                  <c:v>41</c:v>
                </c:pt>
                <c:pt idx="581">
                  <c:v>48</c:v>
                </c:pt>
                <c:pt idx="582">
                  <c:v>47</c:v>
                </c:pt>
                <c:pt idx="583">
                  <c:v>36</c:v>
                </c:pt>
                <c:pt idx="584">
                  <c:v>43</c:v>
                </c:pt>
                <c:pt idx="585">
                  <c:v>36</c:v>
                </c:pt>
                <c:pt idx="586">
                  <c:v>26</c:v>
                </c:pt>
                <c:pt idx="587">
                  <c:v>24</c:v>
                </c:pt>
                <c:pt idx="588">
                  <c:v>84</c:v>
                </c:pt>
                <c:pt idx="589">
                  <c:v>104</c:v>
                </c:pt>
                <c:pt idx="590">
                  <c:v>79</c:v>
                </c:pt>
                <c:pt idx="591">
                  <c:v>59</c:v>
                </c:pt>
                <c:pt idx="592">
                  <c:v>38</c:v>
                </c:pt>
                <c:pt idx="593">
                  <c:v>27</c:v>
                </c:pt>
                <c:pt idx="594">
                  <c:v>16</c:v>
                </c:pt>
                <c:pt idx="595">
                  <c:v>9</c:v>
                </c:pt>
                <c:pt idx="596">
                  <c:v>3</c:v>
                </c:pt>
                <c:pt idx="597">
                  <c:v>2</c:v>
                </c:pt>
                <c:pt idx="598">
                  <c:v>1</c:v>
                </c:pt>
                <c:pt idx="599">
                  <c:v>4</c:v>
                </c:pt>
                <c:pt idx="600">
                  <c:v>16</c:v>
                </c:pt>
                <c:pt idx="601">
                  <c:v>60</c:v>
                </c:pt>
                <c:pt idx="602">
                  <c:v>157</c:v>
                </c:pt>
                <c:pt idx="603">
                  <c:v>101</c:v>
                </c:pt>
                <c:pt idx="604">
                  <c:v>49</c:v>
                </c:pt>
                <c:pt idx="605">
                  <c:v>30</c:v>
                </c:pt>
                <c:pt idx="606">
                  <c:v>29</c:v>
                </c:pt>
                <c:pt idx="607">
                  <c:v>31</c:v>
                </c:pt>
                <c:pt idx="608">
                  <c:v>38</c:v>
                </c:pt>
                <c:pt idx="609">
                  <c:v>41</c:v>
                </c:pt>
                <c:pt idx="610">
                  <c:v>80</c:v>
                </c:pt>
                <c:pt idx="611">
                  <c:v>149</c:v>
                </c:pt>
                <c:pt idx="612">
                  <c:v>109</c:v>
                </c:pt>
                <c:pt idx="613">
                  <c:v>89</c:v>
                </c:pt>
                <c:pt idx="614">
                  <c:v>62</c:v>
                </c:pt>
                <c:pt idx="615">
                  <c:v>58</c:v>
                </c:pt>
                <c:pt idx="616">
                  <c:v>26</c:v>
                </c:pt>
                <c:pt idx="617">
                  <c:v>23</c:v>
                </c:pt>
                <c:pt idx="618">
                  <c:v>28</c:v>
                </c:pt>
                <c:pt idx="619">
                  <c:v>20</c:v>
                </c:pt>
                <c:pt idx="620">
                  <c:v>15</c:v>
                </c:pt>
                <c:pt idx="621">
                  <c:v>8</c:v>
                </c:pt>
                <c:pt idx="622">
                  <c:v>3</c:v>
                </c:pt>
                <c:pt idx="623">
                  <c:v>2</c:v>
                </c:pt>
                <c:pt idx="624">
                  <c:v>5</c:v>
                </c:pt>
                <c:pt idx="625">
                  <c:v>34</c:v>
                </c:pt>
                <c:pt idx="626">
                  <c:v>34</c:v>
                </c:pt>
                <c:pt idx="627">
                  <c:v>55</c:v>
                </c:pt>
                <c:pt idx="628">
                  <c:v>64</c:v>
                </c:pt>
                <c:pt idx="629">
                  <c:v>78</c:v>
                </c:pt>
                <c:pt idx="630">
                  <c:v>65</c:v>
                </c:pt>
                <c:pt idx="631">
                  <c:v>99</c:v>
                </c:pt>
                <c:pt idx="632">
                  <c:v>120</c:v>
                </c:pt>
                <c:pt idx="633">
                  <c:v>107</c:v>
                </c:pt>
                <c:pt idx="634">
                  <c:v>91</c:v>
                </c:pt>
                <c:pt idx="635">
                  <c:v>68</c:v>
                </c:pt>
                <c:pt idx="636">
                  <c:v>58</c:v>
                </c:pt>
                <c:pt idx="637">
                  <c:v>43</c:v>
                </c:pt>
                <c:pt idx="638">
                  <c:v>36</c:v>
                </c:pt>
                <c:pt idx="639">
                  <c:v>32</c:v>
                </c:pt>
                <c:pt idx="640">
                  <c:v>33</c:v>
                </c:pt>
                <c:pt idx="641">
                  <c:v>33</c:v>
                </c:pt>
                <c:pt idx="642">
                  <c:v>29</c:v>
                </c:pt>
                <c:pt idx="643">
                  <c:v>11</c:v>
                </c:pt>
                <c:pt idx="644">
                  <c:v>8</c:v>
                </c:pt>
                <c:pt idx="645">
                  <c:v>1</c:v>
                </c:pt>
                <c:pt idx="646">
                  <c:v>3</c:v>
                </c:pt>
                <c:pt idx="647">
                  <c:v>3</c:v>
                </c:pt>
                <c:pt idx="648">
                  <c:v>12</c:v>
                </c:pt>
                <c:pt idx="649">
                  <c:v>38</c:v>
                </c:pt>
                <c:pt idx="650">
                  <c:v>64</c:v>
                </c:pt>
                <c:pt idx="651">
                  <c:v>59</c:v>
                </c:pt>
                <c:pt idx="652">
                  <c:v>97</c:v>
                </c:pt>
                <c:pt idx="653">
                  <c:v>84</c:v>
                </c:pt>
                <c:pt idx="654">
                  <c:v>122</c:v>
                </c:pt>
                <c:pt idx="655">
                  <c:v>109</c:v>
                </c:pt>
                <c:pt idx="656">
                  <c:v>123</c:v>
                </c:pt>
                <c:pt idx="657">
                  <c:v>77</c:v>
                </c:pt>
                <c:pt idx="658">
                  <c:v>65</c:v>
                </c:pt>
                <c:pt idx="659">
                  <c:v>55</c:v>
                </c:pt>
                <c:pt idx="660">
                  <c:v>33</c:v>
                </c:pt>
                <c:pt idx="661">
                  <c:v>28</c:v>
                </c:pt>
                <c:pt idx="662">
                  <c:v>21</c:v>
                </c:pt>
                <c:pt idx="663">
                  <c:v>21</c:v>
                </c:pt>
                <c:pt idx="664">
                  <c:v>7</c:v>
                </c:pt>
                <c:pt idx="665">
                  <c:v>7</c:v>
                </c:pt>
                <c:pt idx="666">
                  <c:v>1</c:v>
                </c:pt>
                <c:pt idx="667">
                  <c:v>2</c:v>
                </c:pt>
                <c:pt idx="668">
                  <c:v>2</c:v>
                </c:pt>
                <c:pt idx="669">
                  <c:v>8</c:v>
                </c:pt>
                <c:pt idx="670">
                  <c:v>37</c:v>
                </c:pt>
                <c:pt idx="671">
                  <c:v>72</c:v>
                </c:pt>
                <c:pt idx="672">
                  <c:v>185</c:v>
                </c:pt>
                <c:pt idx="673">
                  <c:v>112</c:v>
                </c:pt>
                <c:pt idx="674">
                  <c:v>69</c:v>
                </c:pt>
                <c:pt idx="675">
                  <c:v>48</c:v>
                </c:pt>
                <c:pt idx="676">
                  <c:v>68</c:v>
                </c:pt>
                <c:pt idx="677">
                  <c:v>54</c:v>
                </c:pt>
                <c:pt idx="678">
                  <c:v>86</c:v>
                </c:pt>
                <c:pt idx="679">
                  <c:v>44</c:v>
                </c:pt>
                <c:pt idx="680">
                  <c:v>86</c:v>
                </c:pt>
                <c:pt idx="681">
                  <c:v>161</c:v>
                </c:pt>
                <c:pt idx="682">
                  <c:v>156</c:v>
                </c:pt>
                <c:pt idx="683">
                  <c:v>111</c:v>
                </c:pt>
                <c:pt idx="684">
                  <c:v>78</c:v>
                </c:pt>
                <c:pt idx="685">
                  <c:v>56</c:v>
                </c:pt>
                <c:pt idx="686">
                  <c:v>34</c:v>
                </c:pt>
                <c:pt idx="687">
                  <c:v>17</c:v>
                </c:pt>
                <c:pt idx="688">
                  <c:v>8</c:v>
                </c:pt>
                <c:pt idx="689">
                  <c:v>3</c:v>
                </c:pt>
                <c:pt idx="690">
                  <c:v>2</c:v>
                </c:pt>
                <c:pt idx="691">
                  <c:v>2</c:v>
                </c:pt>
                <c:pt idx="692">
                  <c:v>3</c:v>
                </c:pt>
                <c:pt idx="693">
                  <c:v>22</c:v>
                </c:pt>
                <c:pt idx="694">
                  <c:v>52</c:v>
                </c:pt>
                <c:pt idx="695">
                  <c:v>135</c:v>
                </c:pt>
                <c:pt idx="696">
                  <c:v>116</c:v>
                </c:pt>
                <c:pt idx="697">
                  <c:v>47</c:v>
                </c:pt>
                <c:pt idx="698">
                  <c:v>51</c:v>
                </c:pt>
                <c:pt idx="699">
                  <c:v>55</c:v>
                </c:pt>
                <c:pt idx="700">
                  <c:v>52</c:v>
                </c:pt>
                <c:pt idx="701">
                  <c:v>54</c:v>
                </c:pt>
                <c:pt idx="702">
                  <c:v>52</c:v>
                </c:pt>
                <c:pt idx="703">
                  <c:v>64</c:v>
                </c:pt>
                <c:pt idx="704">
                  <c:v>176</c:v>
                </c:pt>
                <c:pt idx="705">
                  <c:v>168</c:v>
                </c:pt>
                <c:pt idx="706">
                  <c:v>108</c:v>
                </c:pt>
                <c:pt idx="707">
                  <c:v>74</c:v>
                </c:pt>
                <c:pt idx="708">
                  <c:v>64</c:v>
                </c:pt>
                <c:pt idx="709">
                  <c:v>36</c:v>
                </c:pt>
                <c:pt idx="710">
                  <c:v>16</c:v>
                </c:pt>
                <c:pt idx="711">
                  <c:v>2</c:v>
                </c:pt>
                <c:pt idx="712">
                  <c:v>3</c:v>
                </c:pt>
                <c:pt idx="713">
                  <c:v>4</c:v>
                </c:pt>
                <c:pt idx="714">
                  <c:v>1</c:v>
                </c:pt>
                <c:pt idx="715">
                  <c:v>1</c:v>
                </c:pt>
                <c:pt idx="716">
                  <c:v>3</c:v>
                </c:pt>
                <c:pt idx="717">
                  <c:v>18</c:v>
                </c:pt>
                <c:pt idx="718">
                  <c:v>49</c:v>
                </c:pt>
                <c:pt idx="719">
                  <c:v>155</c:v>
                </c:pt>
                <c:pt idx="720">
                  <c:v>123</c:v>
                </c:pt>
                <c:pt idx="721">
                  <c:v>61</c:v>
                </c:pt>
                <c:pt idx="722">
                  <c:v>52</c:v>
                </c:pt>
                <c:pt idx="723">
                  <c:v>64</c:v>
                </c:pt>
                <c:pt idx="724">
                  <c:v>75</c:v>
                </c:pt>
                <c:pt idx="725">
                  <c:v>63</c:v>
                </c:pt>
                <c:pt idx="726">
                  <c:v>76</c:v>
                </c:pt>
                <c:pt idx="727">
                  <c:v>103</c:v>
                </c:pt>
                <c:pt idx="728">
                  <c:v>190</c:v>
                </c:pt>
                <c:pt idx="729">
                  <c:v>182</c:v>
                </c:pt>
                <c:pt idx="730">
                  <c:v>91</c:v>
                </c:pt>
                <c:pt idx="731">
                  <c:v>75</c:v>
                </c:pt>
                <c:pt idx="732">
                  <c:v>63</c:v>
                </c:pt>
                <c:pt idx="733">
                  <c:v>40</c:v>
                </c:pt>
                <c:pt idx="734">
                  <c:v>32</c:v>
                </c:pt>
                <c:pt idx="735">
                  <c:v>12</c:v>
                </c:pt>
                <c:pt idx="736">
                  <c:v>5</c:v>
                </c:pt>
                <c:pt idx="737">
                  <c:v>2</c:v>
                </c:pt>
                <c:pt idx="738">
                  <c:v>1</c:v>
                </c:pt>
                <c:pt idx="739">
                  <c:v>2</c:v>
                </c:pt>
                <c:pt idx="740">
                  <c:v>39</c:v>
                </c:pt>
                <c:pt idx="741">
                  <c:v>87</c:v>
                </c:pt>
                <c:pt idx="742">
                  <c:v>188</c:v>
                </c:pt>
                <c:pt idx="743">
                  <c:v>133</c:v>
                </c:pt>
                <c:pt idx="744">
                  <c:v>52</c:v>
                </c:pt>
                <c:pt idx="745">
                  <c:v>64</c:v>
                </c:pt>
                <c:pt idx="746">
                  <c:v>69</c:v>
                </c:pt>
                <c:pt idx="747">
                  <c:v>51</c:v>
                </c:pt>
                <c:pt idx="748">
                  <c:v>47</c:v>
                </c:pt>
                <c:pt idx="749">
                  <c:v>60</c:v>
                </c:pt>
                <c:pt idx="750">
                  <c:v>78</c:v>
                </c:pt>
                <c:pt idx="751">
                  <c:v>175</c:v>
                </c:pt>
                <c:pt idx="752">
                  <c:v>147</c:v>
                </c:pt>
                <c:pt idx="753">
                  <c:v>96</c:v>
                </c:pt>
                <c:pt idx="754">
                  <c:v>109</c:v>
                </c:pt>
                <c:pt idx="755">
                  <c:v>54</c:v>
                </c:pt>
                <c:pt idx="756">
                  <c:v>41</c:v>
                </c:pt>
                <c:pt idx="757">
                  <c:v>38</c:v>
                </c:pt>
                <c:pt idx="758">
                  <c:v>13</c:v>
                </c:pt>
                <c:pt idx="759">
                  <c:v>7</c:v>
                </c:pt>
                <c:pt idx="760">
                  <c:v>1</c:v>
                </c:pt>
                <c:pt idx="761">
                  <c:v>1</c:v>
                </c:pt>
                <c:pt idx="762">
                  <c:v>7</c:v>
                </c:pt>
                <c:pt idx="763">
                  <c:v>28</c:v>
                </c:pt>
                <c:pt idx="764">
                  <c:v>87</c:v>
                </c:pt>
                <c:pt idx="765">
                  <c:v>220</c:v>
                </c:pt>
                <c:pt idx="766">
                  <c:v>127</c:v>
                </c:pt>
                <c:pt idx="767">
                  <c:v>51</c:v>
                </c:pt>
                <c:pt idx="768">
                  <c:v>64</c:v>
                </c:pt>
                <c:pt idx="769">
                  <c:v>86</c:v>
                </c:pt>
                <c:pt idx="770">
                  <c:v>82</c:v>
                </c:pt>
                <c:pt idx="771">
                  <c:v>91</c:v>
                </c:pt>
                <c:pt idx="772">
                  <c:v>90</c:v>
                </c:pt>
                <c:pt idx="773">
                  <c:v>99</c:v>
                </c:pt>
                <c:pt idx="774">
                  <c:v>205</c:v>
                </c:pt>
                <c:pt idx="775">
                  <c:v>155</c:v>
                </c:pt>
                <c:pt idx="776">
                  <c:v>103</c:v>
                </c:pt>
                <c:pt idx="777">
                  <c:v>71</c:v>
                </c:pt>
                <c:pt idx="778">
                  <c:v>43</c:v>
                </c:pt>
                <c:pt idx="779">
                  <c:v>46</c:v>
                </c:pt>
                <c:pt idx="780">
                  <c:v>31</c:v>
                </c:pt>
                <c:pt idx="781">
                  <c:v>39</c:v>
                </c:pt>
                <c:pt idx="782">
                  <c:v>18</c:v>
                </c:pt>
                <c:pt idx="783">
                  <c:v>17</c:v>
                </c:pt>
                <c:pt idx="784">
                  <c:v>11</c:v>
                </c:pt>
                <c:pt idx="785">
                  <c:v>8</c:v>
                </c:pt>
                <c:pt idx="786">
                  <c:v>9</c:v>
                </c:pt>
                <c:pt idx="787">
                  <c:v>4</c:v>
                </c:pt>
                <c:pt idx="788">
                  <c:v>4</c:v>
                </c:pt>
                <c:pt idx="789">
                  <c:v>10</c:v>
                </c:pt>
                <c:pt idx="790">
                  <c:v>20</c:v>
                </c:pt>
                <c:pt idx="791">
                  <c:v>34</c:v>
                </c:pt>
                <c:pt idx="792">
                  <c:v>47</c:v>
                </c:pt>
                <c:pt idx="793">
                  <c:v>52</c:v>
                </c:pt>
                <c:pt idx="794">
                  <c:v>72</c:v>
                </c:pt>
                <c:pt idx="795">
                  <c:v>55</c:v>
                </c:pt>
                <c:pt idx="796">
                  <c:v>60</c:v>
                </c:pt>
                <c:pt idx="797">
                  <c:v>71</c:v>
                </c:pt>
                <c:pt idx="798">
                  <c:v>78</c:v>
                </c:pt>
                <c:pt idx="799">
                  <c:v>83</c:v>
                </c:pt>
                <c:pt idx="800">
                  <c:v>84</c:v>
                </c:pt>
                <c:pt idx="801">
                  <c:v>69</c:v>
                </c:pt>
                <c:pt idx="802">
                  <c:v>56</c:v>
                </c:pt>
                <c:pt idx="803">
                  <c:v>45</c:v>
                </c:pt>
                <c:pt idx="804">
                  <c:v>59</c:v>
                </c:pt>
                <c:pt idx="805">
                  <c:v>39</c:v>
                </c:pt>
                <c:pt idx="806">
                  <c:v>44</c:v>
                </c:pt>
                <c:pt idx="807">
                  <c:v>20</c:v>
                </c:pt>
                <c:pt idx="808">
                  <c:v>13</c:v>
                </c:pt>
                <c:pt idx="809">
                  <c:v>2</c:v>
                </c:pt>
                <c:pt idx="810">
                  <c:v>1</c:v>
                </c:pt>
                <c:pt idx="811">
                  <c:v>1</c:v>
                </c:pt>
                <c:pt idx="812">
                  <c:v>8</c:v>
                </c:pt>
                <c:pt idx="813">
                  <c:v>23</c:v>
                </c:pt>
                <c:pt idx="814">
                  <c:v>45</c:v>
                </c:pt>
                <c:pt idx="815">
                  <c:v>89</c:v>
                </c:pt>
                <c:pt idx="816">
                  <c:v>117</c:v>
                </c:pt>
                <c:pt idx="817">
                  <c:v>174</c:v>
                </c:pt>
                <c:pt idx="818">
                  <c:v>182</c:v>
                </c:pt>
                <c:pt idx="819">
                  <c:v>161</c:v>
                </c:pt>
                <c:pt idx="820">
                  <c:v>182</c:v>
                </c:pt>
                <c:pt idx="821">
                  <c:v>157</c:v>
                </c:pt>
                <c:pt idx="822">
                  <c:v>121</c:v>
                </c:pt>
                <c:pt idx="823">
                  <c:v>78</c:v>
                </c:pt>
                <c:pt idx="824">
                  <c:v>21</c:v>
                </c:pt>
                <c:pt idx="825">
                  <c:v>26</c:v>
                </c:pt>
                <c:pt idx="826">
                  <c:v>27</c:v>
                </c:pt>
                <c:pt idx="827">
                  <c:v>62</c:v>
                </c:pt>
                <c:pt idx="828">
                  <c:v>30</c:v>
                </c:pt>
                <c:pt idx="829">
                  <c:v>15</c:v>
                </c:pt>
                <c:pt idx="830">
                  <c:v>5</c:v>
                </c:pt>
                <c:pt idx="831">
                  <c:v>3</c:v>
                </c:pt>
                <c:pt idx="832">
                  <c:v>1</c:v>
                </c:pt>
                <c:pt idx="833">
                  <c:v>2</c:v>
                </c:pt>
                <c:pt idx="834">
                  <c:v>10</c:v>
                </c:pt>
                <c:pt idx="835">
                  <c:v>30</c:v>
                </c:pt>
                <c:pt idx="836">
                  <c:v>95</c:v>
                </c:pt>
                <c:pt idx="837">
                  <c:v>230</c:v>
                </c:pt>
                <c:pt idx="838">
                  <c:v>118</c:v>
                </c:pt>
                <c:pt idx="839">
                  <c:v>55</c:v>
                </c:pt>
                <c:pt idx="840">
                  <c:v>47</c:v>
                </c:pt>
                <c:pt idx="841">
                  <c:v>66</c:v>
                </c:pt>
                <c:pt idx="842">
                  <c:v>64</c:v>
                </c:pt>
                <c:pt idx="843">
                  <c:v>60</c:v>
                </c:pt>
                <c:pt idx="844">
                  <c:v>50</c:v>
                </c:pt>
                <c:pt idx="845">
                  <c:v>114</c:v>
                </c:pt>
                <c:pt idx="846">
                  <c:v>216</c:v>
                </c:pt>
                <c:pt idx="847">
                  <c:v>175</c:v>
                </c:pt>
                <c:pt idx="848">
                  <c:v>128</c:v>
                </c:pt>
                <c:pt idx="849">
                  <c:v>88</c:v>
                </c:pt>
                <c:pt idx="850">
                  <c:v>78</c:v>
                </c:pt>
                <c:pt idx="851">
                  <c:v>37</c:v>
                </c:pt>
                <c:pt idx="852">
                  <c:v>25</c:v>
                </c:pt>
                <c:pt idx="853">
                  <c:v>10</c:v>
                </c:pt>
                <c:pt idx="854">
                  <c:v>4</c:v>
                </c:pt>
                <c:pt idx="855">
                  <c:v>2</c:v>
                </c:pt>
                <c:pt idx="856">
                  <c:v>1</c:v>
                </c:pt>
                <c:pt idx="857">
                  <c:v>3</c:v>
                </c:pt>
                <c:pt idx="858">
                  <c:v>2</c:v>
                </c:pt>
                <c:pt idx="859">
                  <c:v>39</c:v>
                </c:pt>
                <c:pt idx="860">
                  <c:v>100</c:v>
                </c:pt>
                <c:pt idx="861">
                  <c:v>243</c:v>
                </c:pt>
                <c:pt idx="862">
                  <c:v>135</c:v>
                </c:pt>
                <c:pt idx="863">
                  <c:v>48</c:v>
                </c:pt>
                <c:pt idx="864">
                  <c:v>50</c:v>
                </c:pt>
                <c:pt idx="865">
                  <c:v>65</c:v>
                </c:pt>
                <c:pt idx="866">
                  <c:v>50</c:v>
                </c:pt>
                <c:pt idx="867">
                  <c:v>64</c:v>
                </c:pt>
                <c:pt idx="868">
                  <c:v>51</c:v>
                </c:pt>
                <c:pt idx="869">
                  <c:v>83</c:v>
                </c:pt>
                <c:pt idx="870">
                  <c:v>176</c:v>
                </c:pt>
                <c:pt idx="871">
                  <c:v>152</c:v>
                </c:pt>
                <c:pt idx="872">
                  <c:v>101</c:v>
                </c:pt>
                <c:pt idx="873">
                  <c:v>56</c:v>
                </c:pt>
                <c:pt idx="874">
                  <c:v>54</c:v>
                </c:pt>
                <c:pt idx="875">
                  <c:v>29</c:v>
                </c:pt>
                <c:pt idx="876">
                  <c:v>12</c:v>
                </c:pt>
                <c:pt idx="877">
                  <c:v>17</c:v>
                </c:pt>
                <c:pt idx="878">
                  <c:v>7</c:v>
                </c:pt>
                <c:pt idx="879">
                  <c:v>3</c:v>
                </c:pt>
                <c:pt idx="880">
                  <c:v>2</c:v>
                </c:pt>
                <c:pt idx="881">
                  <c:v>7</c:v>
                </c:pt>
                <c:pt idx="882">
                  <c:v>43</c:v>
                </c:pt>
                <c:pt idx="883">
                  <c:v>99</c:v>
                </c:pt>
                <c:pt idx="884">
                  <c:v>199</c:v>
                </c:pt>
                <c:pt idx="885">
                  <c:v>123</c:v>
                </c:pt>
                <c:pt idx="886">
                  <c:v>59</c:v>
                </c:pt>
                <c:pt idx="887">
                  <c:v>41</c:v>
                </c:pt>
                <c:pt idx="888">
                  <c:v>61</c:v>
                </c:pt>
                <c:pt idx="889">
                  <c:v>69</c:v>
                </c:pt>
                <c:pt idx="890">
                  <c:v>58</c:v>
                </c:pt>
                <c:pt idx="891">
                  <c:v>64</c:v>
                </c:pt>
                <c:pt idx="892">
                  <c:v>79</c:v>
                </c:pt>
                <c:pt idx="893">
                  <c:v>166</c:v>
                </c:pt>
                <c:pt idx="894">
                  <c:v>170</c:v>
                </c:pt>
                <c:pt idx="895">
                  <c:v>88</c:v>
                </c:pt>
                <c:pt idx="896">
                  <c:v>84</c:v>
                </c:pt>
                <c:pt idx="897">
                  <c:v>83</c:v>
                </c:pt>
                <c:pt idx="898">
                  <c:v>46</c:v>
                </c:pt>
                <c:pt idx="899">
                  <c:v>37</c:v>
                </c:pt>
                <c:pt idx="900">
                  <c:v>16</c:v>
                </c:pt>
                <c:pt idx="901">
                  <c:v>7</c:v>
                </c:pt>
                <c:pt idx="902">
                  <c:v>3</c:v>
                </c:pt>
                <c:pt idx="903">
                  <c:v>1</c:v>
                </c:pt>
                <c:pt idx="904">
                  <c:v>6</c:v>
                </c:pt>
                <c:pt idx="905">
                  <c:v>26</c:v>
                </c:pt>
                <c:pt idx="906">
                  <c:v>99</c:v>
                </c:pt>
                <c:pt idx="907">
                  <c:v>178</c:v>
                </c:pt>
                <c:pt idx="908">
                  <c:v>122</c:v>
                </c:pt>
                <c:pt idx="909">
                  <c:v>35</c:v>
                </c:pt>
                <c:pt idx="910">
                  <c:v>45</c:v>
                </c:pt>
                <c:pt idx="911">
                  <c:v>69</c:v>
                </c:pt>
                <c:pt idx="912">
                  <c:v>62</c:v>
                </c:pt>
                <c:pt idx="913">
                  <c:v>48</c:v>
                </c:pt>
                <c:pt idx="914">
                  <c:v>50</c:v>
                </c:pt>
                <c:pt idx="915">
                  <c:v>80</c:v>
                </c:pt>
                <c:pt idx="916">
                  <c:v>165</c:v>
                </c:pt>
                <c:pt idx="917">
                  <c:v>160</c:v>
                </c:pt>
                <c:pt idx="918">
                  <c:v>112</c:v>
                </c:pt>
                <c:pt idx="919">
                  <c:v>97</c:v>
                </c:pt>
                <c:pt idx="920">
                  <c:v>72</c:v>
                </c:pt>
                <c:pt idx="921">
                  <c:v>51</c:v>
                </c:pt>
                <c:pt idx="922">
                  <c:v>34</c:v>
                </c:pt>
                <c:pt idx="923">
                  <c:v>14</c:v>
                </c:pt>
                <c:pt idx="924">
                  <c:v>7</c:v>
                </c:pt>
                <c:pt idx="925">
                  <c:v>3</c:v>
                </c:pt>
                <c:pt idx="926">
                  <c:v>4</c:v>
                </c:pt>
                <c:pt idx="927">
                  <c:v>24</c:v>
                </c:pt>
                <c:pt idx="928">
                  <c:v>74</c:v>
                </c:pt>
                <c:pt idx="929">
                  <c:v>216</c:v>
                </c:pt>
                <c:pt idx="930">
                  <c:v>140</c:v>
                </c:pt>
                <c:pt idx="931">
                  <c:v>44</c:v>
                </c:pt>
                <c:pt idx="932">
                  <c:v>64</c:v>
                </c:pt>
                <c:pt idx="933">
                  <c:v>71</c:v>
                </c:pt>
                <c:pt idx="934">
                  <c:v>110</c:v>
                </c:pt>
                <c:pt idx="935">
                  <c:v>84</c:v>
                </c:pt>
                <c:pt idx="936">
                  <c:v>74</c:v>
                </c:pt>
                <c:pt idx="937">
                  <c:v>125</c:v>
                </c:pt>
                <c:pt idx="938">
                  <c:v>211</c:v>
                </c:pt>
                <c:pt idx="939">
                  <c:v>174</c:v>
                </c:pt>
                <c:pt idx="940">
                  <c:v>101</c:v>
                </c:pt>
                <c:pt idx="941">
                  <c:v>63</c:v>
                </c:pt>
                <c:pt idx="942">
                  <c:v>47</c:v>
                </c:pt>
                <c:pt idx="943">
                  <c:v>43</c:v>
                </c:pt>
                <c:pt idx="944">
                  <c:v>53</c:v>
                </c:pt>
                <c:pt idx="945">
                  <c:v>30</c:v>
                </c:pt>
                <c:pt idx="946">
                  <c:v>24</c:v>
                </c:pt>
                <c:pt idx="947">
                  <c:v>15</c:v>
                </c:pt>
                <c:pt idx="948">
                  <c:v>10</c:v>
                </c:pt>
                <c:pt idx="949">
                  <c:v>4</c:v>
                </c:pt>
                <c:pt idx="950">
                  <c:v>1</c:v>
                </c:pt>
                <c:pt idx="951">
                  <c:v>2</c:v>
                </c:pt>
                <c:pt idx="952">
                  <c:v>11</c:v>
                </c:pt>
                <c:pt idx="953">
                  <c:v>30</c:v>
                </c:pt>
                <c:pt idx="954">
                  <c:v>43</c:v>
                </c:pt>
                <c:pt idx="955">
                  <c:v>84</c:v>
                </c:pt>
                <c:pt idx="956">
                  <c:v>114</c:v>
                </c:pt>
                <c:pt idx="957">
                  <c:v>120</c:v>
                </c:pt>
                <c:pt idx="958">
                  <c:v>135</c:v>
                </c:pt>
                <c:pt idx="959">
                  <c:v>120</c:v>
                </c:pt>
                <c:pt idx="960">
                  <c:v>174</c:v>
                </c:pt>
                <c:pt idx="961">
                  <c:v>145</c:v>
                </c:pt>
                <c:pt idx="962">
                  <c:v>137</c:v>
                </c:pt>
                <c:pt idx="963">
                  <c:v>64</c:v>
                </c:pt>
                <c:pt idx="964">
                  <c:v>41</c:v>
                </c:pt>
                <c:pt idx="965">
                  <c:v>40</c:v>
                </c:pt>
                <c:pt idx="966">
                  <c:v>51</c:v>
                </c:pt>
                <c:pt idx="967">
                  <c:v>45</c:v>
                </c:pt>
                <c:pt idx="968">
                  <c:v>32</c:v>
                </c:pt>
                <c:pt idx="969">
                  <c:v>39</c:v>
                </c:pt>
                <c:pt idx="970">
                  <c:v>24</c:v>
                </c:pt>
                <c:pt idx="971">
                  <c:v>20</c:v>
                </c:pt>
                <c:pt idx="972">
                  <c:v>12</c:v>
                </c:pt>
                <c:pt idx="973">
                  <c:v>2</c:v>
                </c:pt>
                <c:pt idx="974">
                  <c:v>5</c:v>
                </c:pt>
                <c:pt idx="975">
                  <c:v>3</c:v>
                </c:pt>
                <c:pt idx="976">
                  <c:v>12</c:v>
                </c:pt>
                <c:pt idx="977">
                  <c:v>47</c:v>
                </c:pt>
                <c:pt idx="978">
                  <c:v>105</c:v>
                </c:pt>
                <c:pt idx="979">
                  <c:v>112</c:v>
                </c:pt>
                <c:pt idx="980">
                  <c:v>152</c:v>
                </c:pt>
                <c:pt idx="981">
                  <c:v>154</c:v>
                </c:pt>
                <c:pt idx="982">
                  <c:v>161</c:v>
                </c:pt>
                <c:pt idx="983">
                  <c:v>162</c:v>
                </c:pt>
                <c:pt idx="984">
                  <c:v>134</c:v>
                </c:pt>
                <c:pt idx="985">
                  <c:v>125</c:v>
                </c:pt>
                <c:pt idx="986">
                  <c:v>95</c:v>
                </c:pt>
                <c:pt idx="987">
                  <c:v>61</c:v>
                </c:pt>
                <c:pt idx="988">
                  <c:v>47</c:v>
                </c:pt>
                <c:pt idx="989">
                  <c:v>51</c:v>
                </c:pt>
                <c:pt idx="990">
                  <c:v>36</c:v>
                </c:pt>
                <c:pt idx="991">
                  <c:v>30</c:v>
                </c:pt>
                <c:pt idx="992">
                  <c:v>11</c:v>
                </c:pt>
                <c:pt idx="993">
                  <c:v>7</c:v>
                </c:pt>
                <c:pt idx="994">
                  <c:v>2</c:v>
                </c:pt>
                <c:pt idx="995">
                  <c:v>2</c:v>
                </c:pt>
                <c:pt idx="996">
                  <c:v>2</c:v>
                </c:pt>
                <c:pt idx="997">
                  <c:v>3</c:v>
                </c:pt>
                <c:pt idx="998">
                  <c:v>26</c:v>
                </c:pt>
                <c:pt idx="999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1C-4B0D-A41C-7BE0BAFA41EA}"/>
            </c:ext>
          </c:extLst>
        </c:ser>
        <c:ser>
          <c:idx val="1"/>
          <c:order val="1"/>
          <c:tx>
            <c:strRef>
              <c:f>'[Bike^120Sharing^120Project (Recovered).xlsx]Append1'!$U$3</c:f>
              <c:strCache>
                <c:ptCount val="1"/>
                <c:pt idx="0">
                  <c:v>Anomaly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'[Bike^120Sharing^120Project (Recovered).xlsx]Append1'!$S$4:$S$1003</c:f>
              <c:numCache>
                <c:formatCode>m/d/yyyy</c:formatCode>
                <c:ptCount val="1000"/>
                <c:pt idx="0">
                  <c:v>40544</c:v>
                </c:pt>
                <c:pt idx="1">
                  <c:v>40544</c:v>
                </c:pt>
                <c:pt idx="2">
                  <c:v>40544</c:v>
                </c:pt>
                <c:pt idx="3">
                  <c:v>40544</c:v>
                </c:pt>
                <c:pt idx="4">
                  <c:v>40544</c:v>
                </c:pt>
                <c:pt idx="5">
                  <c:v>40544</c:v>
                </c:pt>
                <c:pt idx="6">
                  <c:v>40544</c:v>
                </c:pt>
                <c:pt idx="7">
                  <c:v>40544</c:v>
                </c:pt>
                <c:pt idx="8">
                  <c:v>40544</c:v>
                </c:pt>
                <c:pt idx="9">
                  <c:v>40544</c:v>
                </c:pt>
                <c:pt idx="10">
                  <c:v>40544</c:v>
                </c:pt>
                <c:pt idx="11">
                  <c:v>40544</c:v>
                </c:pt>
                <c:pt idx="12">
                  <c:v>40544</c:v>
                </c:pt>
                <c:pt idx="13">
                  <c:v>40544</c:v>
                </c:pt>
                <c:pt idx="14">
                  <c:v>40544</c:v>
                </c:pt>
                <c:pt idx="15">
                  <c:v>40544</c:v>
                </c:pt>
                <c:pt idx="16">
                  <c:v>40544</c:v>
                </c:pt>
                <c:pt idx="17">
                  <c:v>40544</c:v>
                </c:pt>
                <c:pt idx="18">
                  <c:v>40544</c:v>
                </c:pt>
                <c:pt idx="19">
                  <c:v>40544</c:v>
                </c:pt>
                <c:pt idx="20">
                  <c:v>40544</c:v>
                </c:pt>
                <c:pt idx="21">
                  <c:v>40544</c:v>
                </c:pt>
                <c:pt idx="22">
                  <c:v>40544</c:v>
                </c:pt>
                <c:pt idx="23">
                  <c:v>40544</c:v>
                </c:pt>
                <c:pt idx="24">
                  <c:v>40545</c:v>
                </c:pt>
                <c:pt idx="25">
                  <c:v>40545</c:v>
                </c:pt>
                <c:pt idx="26">
                  <c:v>40545</c:v>
                </c:pt>
                <c:pt idx="27">
                  <c:v>40545</c:v>
                </c:pt>
                <c:pt idx="28">
                  <c:v>40545</c:v>
                </c:pt>
                <c:pt idx="29">
                  <c:v>40545</c:v>
                </c:pt>
                <c:pt idx="30">
                  <c:v>40545</c:v>
                </c:pt>
                <c:pt idx="31">
                  <c:v>40545</c:v>
                </c:pt>
                <c:pt idx="32">
                  <c:v>40545</c:v>
                </c:pt>
                <c:pt idx="33">
                  <c:v>40545</c:v>
                </c:pt>
                <c:pt idx="34">
                  <c:v>40545</c:v>
                </c:pt>
                <c:pt idx="35">
                  <c:v>40545</c:v>
                </c:pt>
                <c:pt idx="36">
                  <c:v>40545</c:v>
                </c:pt>
                <c:pt idx="37">
                  <c:v>40545</c:v>
                </c:pt>
                <c:pt idx="38">
                  <c:v>40545</c:v>
                </c:pt>
                <c:pt idx="39">
                  <c:v>40545</c:v>
                </c:pt>
                <c:pt idx="40">
                  <c:v>40545</c:v>
                </c:pt>
                <c:pt idx="41">
                  <c:v>40545</c:v>
                </c:pt>
                <c:pt idx="42">
                  <c:v>40545</c:v>
                </c:pt>
                <c:pt idx="43">
                  <c:v>40545</c:v>
                </c:pt>
                <c:pt idx="44">
                  <c:v>40545</c:v>
                </c:pt>
                <c:pt idx="45">
                  <c:v>40545</c:v>
                </c:pt>
                <c:pt idx="46">
                  <c:v>40545</c:v>
                </c:pt>
                <c:pt idx="47">
                  <c:v>40546</c:v>
                </c:pt>
                <c:pt idx="48">
                  <c:v>40546</c:v>
                </c:pt>
                <c:pt idx="49">
                  <c:v>40546</c:v>
                </c:pt>
                <c:pt idx="50">
                  <c:v>40546</c:v>
                </c:pt>
                <c:pt idx="51">
                  <c:v>40546</c:v>
                </c:pt>
                <c:pt idx="52">
                  <c:v>40546</c:v>
                </c:pt>
                <c:pt idx="53">
                  <c:v>40546</c:v>
                </c:pt>
                <c:pt idx="54">
                  <c:v>40546</c:v>
                </c:pt>
                <c:pt idx="55">
                  <c:v>40546</c:v>
                </c:pt>
                <c:pt idx="56">
                  <c:v>40546</c:v>
                </c:pt>
                <c:pt idx="57">
                  <c:v>40546</c:v>
                </c:pt>
                <c:pt idx="58">
                  <c:v>40546</c:v>
                </c:pt>
                <c:pt idx="59">
                  <c:v>40546</c:v>
                </c:pt>
                <c:pt idx="60">
                  <c:v>40546</c:v>
                </c:pt>
                <c:pt idx="61">
                  <c:v>40546</c:v>
                </c:pt>
                <c:pt idx="62">
                  <c:v>40546</c:v>
                </c:pt>
                <c:pt idx="63">
                  <c:v>40546</c:v>
                </c:pt>
                <c:pt idx="64">
                  <c:v>40546</c:v>
                </c:pt>
                <c:pt idx="65">
                  <c:v>40546</c:v>
                </c:pt>
                <c:pt idx="66">
                  <c:v>40546</c:v>
                </c:pt>
                <c:pt idx="67">
                  <c:v>40546</c:v>
                </c:pt>
                <c:pt idx="68">
                  <c:v>40546</c:v>
                </c:pt>
                <c:pt idx="69">
                  <c:v>40547</c:v>
                </c:pt>
                <c:pt idx="70">
                  <c:v>40547</c:v>
                </c:pt>
                <c:pt idx="71">
                  <c:v>40547</c:v>
                </c:pt>
                <c:pt idx="72">
                  <c:v>40547</c:v>
                </c:pt>
                <c:pt idx="73">
                  <c:v>40547</c:v>
                </c:pt>
                <c:pt idx="74">
                  <c:v>40547</c:v>
                </c:pt>
                <c:pt idx="75">
                  <c:v>40547</c:v>
                </c:pt>
                <c:pt idx="76">
                  <c:v>40547</c:v>
                </c:pt>
                <c:pt idx="77">
                  <c:v>40547</c:v>
                </c:pt>
                <c:pt idx="78">
                  <c:v>40547</c:v>
                </c:pt>
                <c:pt idx="79">
                  <c:v>40547</c:v>
                </c:pt>
                <c:pt idx="80">
                  <c:v>40547</c:v>
                </c:pt>
                <c:pt idx="81">
                  <c:v>40547</c:v>
                </c:pt>
                <c:pt idx="82">
                  <c:v>40547</c:v>
                </c:pt>
                <c:pt idx="83">
                  <c:v>40547</c:v>
                </c:pt>
                <c:pt idx="84">
                  <c:v>40547</c:v>
                </c:pt>
                <c:pt idx="85">
                  <c:v>40547</c:v>
                </c:pt>
                <c:pt idx="86">
                  <c:v>40547</c:v>
                </c:pt>
                <c:pt idx="87">
                  <c:v>40547</c:v>
                </c:pt>
                <c:pt idx="88">
                  <c:v>40547</c:v>
                </c:pt>
                <c:pt idx="89">
                  <c:v>40547</c:v>
                </c:pt>
                <c:pt idx="90">
                  <c:v>40547</c:v>
                </c:pt>
                <c:pt idx="91">
                  <c:v>40547</c:v>
                </c:pt>
                <c:pt idx="92">
                  <c:v>40548</c:v>
                </c:pt>
                <c:pt idx="93">
                  <c:v>40548</c:v>
                </c:pt>
                <c:pt idx="94">
                  <c:v>40548</c:v>
                </c:pt>
                <c:pt idx="95">
                  <c:v>40548</c:v>
                </c:pt>
                <c:pt idx="96">
                  <c:v>40548</c:v>
                </c:pt>
                <c:pt idx="97">
                  <c:v>40548</c:v>
                </c:pt>
                <c:pt idx="98">
                  <c:v>40548</c:v>
                </c:pt>
                <c:pt idx="99">
                  <c:v>40548</c:v>
                </c:pt>
                <c:pt idx="100">
                  <c:v>40548</c:v>
                </c:pt>
                <c:pt idx="101">
                  <c:v>40548</c:v>
                </c:pt>
                <c:pt idx="102">
                  <c:v>40548</c:v>
                </c:pt>
                <c:pt idx="103">
                  <c:v>40548</c:v>
                </c:pt>
                <c:pt idx="104">
                  <c:v>40548</c:v>
                </c:pt>
                <c:pt idx="105">
                  <c:v>40548</c:v>
                </c:pt>
                <c:pt idx="106">
                  <c:v>40548</c:v>
                </c:pt>
                <c:pt idx="107">
                  <c:v>40548</c:v>
                </c:pt>
                <c:pt idx="108">
                  <c:v>40548</c:v>
                </c:pt>
                <c:pt idx="109">
                  <c:v>40548</c:v>
                </c:pt>
                <c:pt idx="110">
                  <c:v>40548</c:v>
                </c:pt>
                <c:pt idx="111">
                  <c:v>40548</c:v>
                </c:pt>
                <c:pt idx="112">
                  <c:v>40548</c:v>
                </c:pt>
                <c:pt idx="113">
                  <c:v>40548</c:v>
                </c:pt>
                <c:pt idx="114">
                  <c:v>40548</c:v>
                </c:pt>
                <c:pt idx="115">
                  <c:v>40549</c:v>
                </c:pt>
                <c:pt idx="116">
                  <c:v>40549</c:v>
                </c:pt>
                <c:pt idx="117">
                  <c:v>40549</c:v>
                </c:pt>
                <c:pt idx="118">
                  <c:v>40549</c:v>
                </c:pt>
                <c:pt idx="119">
                  <c:v>40549</c:v>
                </c:pt>
                <c:pt idx="120">
                  <c:v>40549</c:v>
                </c:pt>
                <c:pt idx="121">
                  <c:v>40549</c:v>
                </c:pt>
                <c:pt idx="122">
                  <c:v>40549</c:v>
                </c:pt>
                <c:pt idx="123">
                  <c:v>40549</c:v>
                </c:pt>
                <c:pt idx="124">
                  <c:v>40549</c:v>
                </c:pt>
                <c:pt idx="125">
                  <c:v>40549</c:v>
                </c:pt>
                <c:pt idx="126">
                  <c:v>40549</c:v>
                </c:pt>
                <c:pt idx="127">
                  <c:v>40549</c:v>
                </c:pt>
                <c:pt idx="128">
                  <c:v>40549</c:v>
                </c:pt>
                <c:pt idx="129">
                  <c:v>40549</c:v>
                </c:pt>
                <c:pt idx="130">
                  <c:v>40549</c:v>
                </c:pt>
                <c:pt idx="131">
                  <c:v>40549</c:v>
                </c:pt>
                <c:pt idx="132">
                  <c:v>40549</c:v>
                </c:pt>
                <c:pt idx="133">
                  <c:v>40549</c:v>
                </c:pt>
                <c:pt idx="134">
                  <c:v>40549</c:v>
                </c:pt>
                <c:pt idx="135">
                  <c:v>40549</c:v>
                </c:pt>
                <c:pt idx="136">
                  <c:v>40549</c:v>
                </c:pt>
                <c:pt idx="137">
                  <c:v>40549</c:v>
                </c:pt>
                <c:pt idx="138">
                  <c:v>40550</c:v>
                </c:pt>
                <c:pt idx="139">
                  <c:v>40550</c:v>
                </c:pt>
                <c:pt idx="140">
                  <c:v>40550</c:v>
                </c:pt>
                <c:pt idx="141">
                  <c:v>40550</c:v>
                </c:pt>
                <c:pt idx="142">
                  <c:v>40550</c:v>
                </c:pt>
                <c:pt idx="143">
                  <c:v>40550</c:v>
                </c:pt>
                <c:pt idx="144">
                  <c:v>40550</c:v>
                </c:pt>
                <c:pt idx="145">
                  <c:v>40550</c:v>
                </c:pt>
                <c:pt idx="146">
                  <c:v>40550</c:v>
                </c:pt>
                <c:pt idx="147">
                  <c:v>40550</c:v>
                </c:pt>
                <c:pt idx="148">
                  <c:v>40550</c:v>
                </c:pt>
                <c:pt idx="149">
                  <c:v>40550</c:v>
                </c:pt>
                <c:pt idx="150">
                  <c:v>40550</c:v>
                </c:pt>
                <c:pt idx="151">
                  <c:v>40550</c:v>
                </c:pt>
                <c:pt idx="152">
                  <c:v>40550</c:v>
                </c:pt>
                <c:pt idx="153">
                  <c:v>40550</c:v>
                </c:pt>
                <c:pt idx="154">
                  <c:v>40550</c:v>
                </c:pt>
                <c:pt idx="155">
                  <c:v>40550</c:v>
                </c:pt>
                <c:pt idx="156">
                  <c:v>40550</c:v>
                </c:pt>
                <c:pt idx="157">
                  <c:v>40550</c:v>
                </c:pt>
                <c:pt idx="158">
                  <c:v>40550</c:v>
                </c:pt>
                <c:pt idx="159">
                  <c:v>40550</c:v>
                </c:pt>
                <c:pt idx="160">
                  <c:v>40550</c:v>
                </c:pt>
                <c:pt idx="161">
                  <c:v>40551</c:v>
                </c:pt>
                <c:pt idx="162">
                  <c:v>40551</c:v>
                </c:pt>
                <c:pt idx="163">
                  <c:v>40551</c:v>
                </c:pt>
                <c:pt idx="164">
                  <c:v>40551</c:v>
                </c:pt>
                <c:pt idx="165">
                  <c:v>40551</c:v>
                </c:pt>
                <c:pt idx="166">
                  <c:v>40551</c:v>
                </c:pt>
                <c:pt idx="167">
                  <c:v>40551</c:v>
                </c:pt>
                <c:pt idx="168">
                  <c:v>40551</c:v>
                </c:pt>
                <c:pt idx="169">
                  <c:v>40551</c:v>
                </c:pt>
                <c:pt idx="170">
                  <c:v>40551</c:v>
                </c:pt>
                <c:pt idx="171">
                  <c:v>40551</c:v>
                </c:pt>
                <c:pt idx="172">
                  <c:v>40551</c:v>
                </c:pt>
                <c:pt idx="173">
                  <c:v>40551</c:v>
                </c:pt>
                <c:pt idx="174">
                  <c:v>40551</c:v>
                </c:pt>
                <c:pt idx="175">
                  <c:v>40551</c:v>
                </c:pt>
                <c:pt idx="176">
                  <c:v>40551</c:v>
                </c:pt>
                <c:pt idx="177">
                  <c:v>40551</c:v>
                </c:pt>
                <c:pt idx="178">
                  <c:v>40551</c:v>
                </c:pt>
                <c:pt idx="179">
                  <c:v>40551</c:v>
                </c:pt>
                <c:pt idx="180">
                  <c:v>40551</c:v>
                </c:pt>
                <c:pt idx="181">
                  <c:v>40551</c:v>
                </c:pt>
                <c:pt idx="182">
                  <c:v>40551</c:v>
                </c:pt>
                <c:pt idx="183">
                  <c:v>40551</c:v>
                </c:pt>
                <c:pt idx="184">
                  <c:v>40551</c:v>
                </c:pt>
                <c:pt idx="185">
                  <c:v>40552</c:v>
                </c:pt>
                <c:pt idx="186">
                  <c:v>40552</c:v>
                </c:pt>
                <c:pt idx="187">
                  <c:v>40552</c:v>
                </c:pt>
                <c:pt idx="188">
                  <c:v>40552</c:v>
                </c:pt>
                <c:pt idx="189">
                  <c:v>40552</c:v>
                </c:pt>
                <c:pt idx="190">
                  <c:v>40552</c:v>
                </c:pt>
                <c:pt idx="191">
                  <c:v>40552</c:v>
                </c:pt>
                <c:pt idx="192">
                  <c:v>40552</c:v>
                </c:pt>
                <c:pt idx="193">
                  <c:v>40552</c:v>
                </c:pt>
                <c:pt idx="194">
                  <c:v>40552</c:v>
                </c:pt>
                <c:pt idx="195">
                  <c:v>40552</c:v>
                </c:pt>
                <c:pt idx="196">
                  <c:v>40552</c:v>
                </c:pt>
                <c:pt idx="197">
                  <c:v>40552</c:v>
                </c:pt>
                <c:pt idx="198">
                  <c:v>40552</c:v>
                </c:pt>
                <c:pt idx="199">
                  <c:v>40552</c:v>
                </c:pt>
                <c:pt idx="200">
                  <c:v>40552</c:v>
                </c:pt>
                <c:pt idx="201">
                  <c:v>40552</c:v>
                </c:pt>
                <c:pt idx="202">
                  <c:v>40552</c:v>
                </c:pt>
                <c:pt idx="203">
                  <c:v>40552</c:v>
                </c:pt>
                <c:pt idx="204">
                  <c:v>40552</c:v>
                </c:pt>
                <c:pt idx="205">
                  <c:v>40552</c:v>
                </c:pt>
                <c:pt idx="206">
                  <c:v>40552</c:v>
                </c:pt>
                <c:pt idx="207">
                  <c:v>40552</c:v>
                </c:pt>
                <c:pt idx="208">
                  <c:v>40552</c:v>
                </c:pt>
                <c:pt idx="209">
                  <c:v>40553</c:v>
                </c:pt>
                <c:pt idx="210">
                  <c:v>40553</c:v>
                </c:pt>
                <c:pt idx="211">
                  <c:v>40553</c:v>
                </c:pt>
                <c:pt idx="212">
                  <c:v>40553</c:v>
                </c:pt>
                <c:pt idx="213">
                  <c:v>40553</c:v>
                </c:pt>
                <c:pt idx="214">
                  <c:v>40553</c:v>
                </c:pt>
                <c:pt idx="215">
                  <c:v>40553</c:v>
                </c:pt>
                <c:pt idx="216">
                  <c:v>40553</c:v>
                </c:pt>
                <c:pt idx="217">
                  <c:v>40553</c:v>
                </c:pt>
                <c:pt idx="218">
                  <c:v>40553</c:v>
                </c:pt>
                <c:pt idx="219">
                  <c:v>40553</c:v>
                </c:pt>
                <c:pt idx="220">
                  <c:v>40553</c:v>
                </c:pt>
                <c:pt idx="221">
                  <c:v>40553</c:v>
                </c:pt>
                <c:pt idx="222">
                  <c:v>40553</c:v>
                </c:pt>
                <c:pt idx="223">
                  <c:v>40553</c:v>
                </c:pt>
                <c:pt idx="224">
                  <c:v>40553</c:v>
                </c:pt>
                <c:pt idx="225">
                  <c:v>40553</c:v>
                </c:pt>
                <c:pt idx="226">
                  <c:v>40553</c:v>
                </c:pt>
                <c:pt idx="227">
                  <c:v>40553</c:v>
                </c:pt>
                <c:pt idx="228">
                  <c:v>40553</c:v>
                </c:pt>
                <c:pt idx="229">
                  <c:v>40553</c:v>
                </c:pt>
                <c:pt idx="230">
                  <c:v>40553</c:v>
                </c:pt>
                <c:pt idx="231">
                  <c:v>40553</c:v>
                </c:pt>
                <c:pt idx="232">
                  <c:v>40553</c:v>
                </c:pt>
                <c:pt idx="233">
                  <c:v>40554</c:v>
                </c:pt>
                <c:pt idx="234">
                  <c:v>40554</c:v>
                </c:pt>
                <c:pt idx="235">
                  <c:v>40554</c:v>
                </c:pt>
                <c:pt idx="236">
                  <c:v>40554</c:v>
                </c:pt>
                <c:pt idx="237">
                  <c:v>40554</c:v>
                </c:pt>
                <c:pt idx="238">
                  <c:v>40554</c:v>
                </c:pt>
                <c:pt idx="239">
                  <c:v>40554</c:v>
                </c:pt>
                <c:pt idx="240">
                  <c:v>40554</c:v>
                </c:pt>
                <c:pt idx="241">
                  <c:v>40554</c:v>
                </c:pt>
                <c:pt idx="242">
                  <c:v>40554</c:v>
                </c:pt>
                <c:pt idx="243">
                  <c:v>40554</c:v>
                </c:pt>
                <c:pt idx="244">
                  <c:v>40554</c:v>
                </c:pt>
                <c:pt idx="245">
                  <c:v>40554</c:v>
                </c:pt>
                <c:pt idx="246">
                  <c:v>40554</c:v>
                </c:pt>
                <c:pt idx="247">
                  <c:v>40554</c:v>
                </c:pt>
                <c:pt idx="248">
                  <c:v>40554</c:v>
                </c:pt>
                <c:pt idx="249">
                  <c:v>40554</c:v>
                </c:pt>
                <c:pt idx="250">
                  <c:v>40554</c:v>
                </c:pt>
                <c:pt idx="251">
                  <c:v>40554</c:v>
                </c:pt>
                <c:pt idx="252">
                  <c:v>40554</c:v>
                </c:pt>
                <c:pt idx="253">
                  <c:v>40554</c:v>
                </c:pt>
                <c:pt idx="254">
                  <c:v>40554</c:v>
                </c:pt>
                <c:pt idx="255">
                  <c:v>40555</c:v>
                </c:pt>
                <c:pt idx="256">
                  <c:v>40555</c:v>
                </c:pt>
                <c:pt idx="257">
                  <c:v>40555</c:v>
                </c:pt>
                <c:pt idx="258">
                  <c:v>40555</c:v>
                </c:pt>
                <c:pt idx="259">
                  <c:v>40555</c:v>
                </c:pt>
                <c:pt idx="260">
                  <c:v>40555</c:v>
                </c:pt>
                <c:pt idx="261">
                  <c:v>40555</c:v>
                </c:pt>
                <c:pt idx="262">
                  <c:v>40555</c:v>
                </c:pt>
                <c:pt idx="263">
                  <c:v>40555</c:v>
                </c:pt>
                <c:pt idx="264">
                  <c:v>40555</c:v>
                </c:pt>
                <c:pt idx="265">
                  <c:v>40555</c:v>
                </c:pt>
                <c:pt idx="266">
                  <c:v>40555</c:v>
                </c:pt>
                <c:pt idx="267">
                  <c:v>40555</c:v>
                </c:pt>
                <c:pt idx="268">
                  <c:v>40555</c:v>
                </c:pt>
                <c:pt idx="269">
                  <c:v>40555</c:v>
                </c:pt>
                <c:pt idx="270">
                  <c:v>40555</c:v>
                </c:pt>
                <c:pt idx="271">
                  <c:v>40555</c:v>
                </c:pt>
                <c:pt idx="272">
                  <c:v>40555</c:v>
                </c:pt>
                <c:pt idx="273">
                  <c:v>40555</c:v>
                </c:pt>
                <c:pt idx="274">
                  <c:v>40555</c:v>
                </c:pt>
                <c:pt idx="275">
                  <c:v>40555</c:v>
                </c:pt>
                <c:pt idx="276">
                  <c:v>40555</c:v>
                </c:pt>
                <c:pt idx="277">
                  <c:v>40556</c:v>
                </c:pt>
                <c:pt idx="278">
                  <c:v>40556</c:v>
                </c:pt>
                <c:pt idx="279">
                  <c:v>40556</c:v>
                </c:pt>
                <c:pt idx="280">
                  <c:v>40556</c:v>
                </c:pt>
                <c:pt idx="281">
                  <c:v>40556</c:v>
                </c:pt>
                <c:pt idx="282">
                  <c:v>40556</c:v>
                </c:pt>
                <c:pt idx="283">
                  <c:v>40556</c:v>
                </c:pt>
                <c:pt idx="284">
                  <c:v>40556</c:v>
                </c:pt>
                <c:pt idx="285">
                  <c:v>40556</c:v>
                </c:pt>
                <c:pt idx="286">
                  <c:v>40556</c:v>
                </c:pt>
                <c:pt idx="287">
                  <c:v>40556</c:v>
                </c:pt>
                <c:pt idx="288">
                  <c:v>40556</c:v>
                </c:pt>
                <c:pt idx="289">
                  <c:v>40556</c:v>
                </c:pt>
                <c:pt idx="290">
                  <c:v>40556</c:v>
                </c:pt>
                <c:pt idx="291">
                  <c:v>40556</c:v>
                </c:pt>
                <c:pt idx="292">
                  <c:v>40556</c:v>
                </c:pt>
                <c:pt idx="293">
                  <c:v>40556</c:v>
                </c:pt>
                <c:pt idx="294">
                  <c:v>40556</c:v>
                </c:pt>
                <c:pt idx="295">
                  <c:v>40556</c:v>
                </c:pt>
                <c:pt idx="296">
                  <c:v>40556</c:v>
                </c:pt>
                <c:pt idx="297">
                  <c:v>40556</c:v>
                </c:pt>
                <c:pt idx="298">
                  <c:v>40556</c:v>
                </c:pt>
                <c:pt idx="299">
                  <c:v>40556</c:v>
                </c:pt>
                <c:pt idx="300">
                  <c:v>40556</c:v>
                </c:pt>
                <c:pt idx="301">
                  <c:v>40557</c:v>
                </c:pt>
                <c:pt idx="302">
                  <c:v>40557</c:v>
                </c:pt>
                <c:pt idx="303">
                  <c:v>40557</c:v>
                </c:pt>
                <c:pt idx="304">
                  <c:v>40557</c:v>
                </c:pt>
                <c:pt idx="305">
                  <c:v>40557</c:v>
                </c:pt>
                <c:pt idx="306">
                  <c:v>40557</c:v>
                </c:pt>
                <c:pt idx="307">
                  <c:v>40557</c:v>
                </c:pt>
                <c:pt idx="308">
                  <c:v>40557</c:v>
                </c:pt>
                <c:pt idx="309">
                  <c:v>40557</c:v>
                </c:pt>
                <c:pt idx="310">
                  <c:v>40557</c:v>
                </c:pt>
                <c:pt idx="311">
                  <c:v>40557</c:v>
                </c:pt>
                <c:pt idx="312">
                  <c:v>40557</c:v>
                </c:pt>
                <c:pt idx="313">
                  <c:v>40557</c:v>
                </c:pt>
                <c:pt idx="314">
                  <c:v>40557</c:v>
                </c:pt>
                <c:pt idx="315">
                  <c:v>40557</c:v>
                </c:pt>
                <c:pt idx="316">
                  <c:v>40557</c:v>
                </c:pt>
                <c:pt idx="317">
                  <c:v>40557</c:v>
                </c:pt>
                <c:pt idx="318">
                  <c:v>40557</c:v>
                </c:pt>
                <c:pt idx="319">
                  <c:v>40557</c:v>
                </c:pt>
                <c:pt idx="320">
                  <c:v>40557</c:v>
                </c:pt>
                <c:pt idx="321">
                  <c:v>40557</c:v>
                </c:pt>
                <c:pt idx="322">
                  <c:v>40557</c:v>
                </c:pt>
                <c:pt idx="323">
                  <c:v>40557</c:v>
                </c:pt>
                <c:pt idx="324">
                  <c:v>40558</c:v>
                </c:pt>
                <c:pt idx="325">
                  <c:v>40558</c:v>
                </c:pt>
                <c:pt idx="326">
                  <c:v>40558</c:v>
                </c:pt>
                <c:pt idx="327">
                  <c:v>40558</c:v>
                </c:pt>
                <c:pt idx="328">
                  <c:v>40558</c:v>
                </c:pt>
                <c:pt idx="329">
                  <c:v>40558</c:v>
                </c:pt>
                <c:pt idx="330">
                  <c:v>40558</c:v>
                </c:pt>
                <c:pt idx="331">
                  <c:v>40558</c:v>
                </c:pt>
                <c:pt idx="332">
                  <c:v>40558</c:v>
                </c:pt>
                <c:pt idx="333">
                  <c:v>40558</c:v>
                </c:pt>
                <c:pt idx="334">
                  <c:v>40558</c:v>
                </c:pt>
                <c:pt idx="335">
                  <c:v>40558</c:v>
                </c:pt>
                <c:pt idx="336">
                  <c:v>40558</c:v>
                </c:pt>
                <c:pt idx="337">
                  <c:v>40558</c:v>
                </c:pt>
                <c:pt idx="338">
                  <c:v>40558</c:v>
                </c:pt>
                <c:pt idx="339">
                  <c:v>40558</c:v>
                </c:pt>
                <c:pt idx="340">
                  <c:v>40558</c:v>
                </c:pt>
                <c:pt idx="341">
                  <c:v>40558</c:v>
                </c:pt>
                <c:pt idx="342">
                  <c:v>40558</c:v>
                </c:pt>
                <c:pt idx="343">
                  <c:v>40558</c:v>
                </c:pt>
                <c:pt idx="344">
                  <c:v>40558</c:v>
                </c:pt>
                <c:pt idx="345">
                  <c:v>40558</c:v>
                </c:pt>
                <c:pt idx="346">
                  <c:v>40558</c:v>
                </c:pt>
                <c:pt idx="347">
                  <c:v>40558</c:v>
                </c:pt>
                <c:pt idx="348">
                  <c:v>40559</c:v>
                </c:pt>
                <c:pt idx="349">
                  <c:v>40559</c:v>
                </c:pt>
                <c:pt idx="350">
                  <c:v>40559</c:v>
                </c:pt>
                <c:pt idx="351">
                  <c:v>40559</c:v>
                </c:pt>
                <c:pt idx="352">
                  <c:v>40559</c:v>
                </c:pt>
                <c:pt idx="353">
                  <c:v>40559</c:v>
                </c:pt>
                <c:pt idx="354">
                  <c:v>40559</c:v>
                </c:pt>
                <c:pt idx="355">
                  <c:v>40559</c:v>
                </c:pt>
                <c:pt idx="356">
                  <c:v>40559</c:v>
                </c:pt>
                <c:pt idx="357">
                  <c:v>40559</c:v>
                </c:pt>
                <c:pt idx="358">
                  <c:v>40559</c:v>
                </c:pt>
                <c:pt idx="359">
                  <c:v>40559</c:v>
                </c:pt>
                <c:pt idx="360">
                  <c:v>40559</c:v>
                </c:pt>
                <c:pt idx="361">
                  <c:v>40559</c:v>
                </c:pt>
                <c:pt idx="362">
                  <c:v>40559</c:v>
                </c:pt>
                <c:pt idx="363">
                  <c:v>40559</c:v>
                </c:pt>
                <c:pt idx="364">
                  <c:v>40559</c:v>
                </c:pt>
                <c:pt idx="365">
                  <c:v>40559</c:v>
                </c:pt>
                <c:pt idx="366">
                  <c:v>40559</c:v>
                </c:pt>
                <c:pt idx="367">
                  <c:v>40559</c:v>
                </c:pt>
                <c:pt idx="368">
                  <c:v>40559</c:v>
                </c:pt>
                <c:pt idx="369">
                  <c:v>40559</c:v>
                </c:pt>
                <c:pt idx="370">
                  <c:v>40559</c:v>
                </c:pt>
                <c:pt idx="371">
                  <c:v>40559</c:v>
                </c:pt>
                <c:pt idx="372">
                  <c:v>40560</c:v>
                </c:pt>
                <c:pt idx="373">
                  <c:v>40560</c:v>
                </c:pt>
                <c:pt idx="374">
                  <c:v>40560</c:v>
                </c:pt>
                <c:pt idx="375">
                  <c:v>40560</c:v>
                </c:pt>
                <c:pt idx="376">
                  <c:v>40560</c:v>
                </c:pt>
                <c:pt idx="377">
                  <c:v>40560</c:v>
                </c:pt>
                <c:pt idx="378">
                  <c:v>40560</c:v>
                </c:pt>
                <c:pt idx="379">
                  <c:v>40560</c:v>
                </c:pt>
                <c:pt idx="380">
                  <c:v>40560</c:v>
                </c:pt>
                <c:pt idx="381">
                  <c:v>40560</c:v>
                </c:pt>
                <c:pt idx="382">
                  <c:v>40560</c:v>
                </c:pt>
                <c:pt idx="383">
                  <c:v>40560</c:v>
                </c:pt>
                <c:pt idx="384">
                  <c:v>40560</c:v>
                </c:pt>
                <c:pt idx="385">
                  <c:v>40560</c:v>
                </c:pt>
                <c:pt idx="386">
                  <c:v>40560</c:v>
                </c:pt>
                <c:pt idx="387">
                  <c:v>40560</c:v>
                </c:pt>
                <c:pt idx="388">
                  <c:v>40560</c:v>
                </c:pt>
                <c:pt idx="389">
                  <c:v>40560</c:v>
                </c:pt>
                <c:pt idx="390">
                  <c:v>40560</c:v>
                </c:pt>
                <c:pt idx="391">
                  <c:v>40560</c:v>
                </c:pt>
                <c:pt idx="392">
                  <c:v>40560</c:v>
                </c:pt>
                <c:pt idx="393">
                  <c:v>40560</c:v>
                </c:pt>
                <c:pt idx="394">
                  <c:v>40560</c:v>
                </c:pt>
                <c:pt idx="395">
                  <c:v>40560</c:v>
                </c:pt>
                <c:pt idx="396">
                  <c:v>40561</c:v>
                </c:pt>
                <c:pt idx="397">
                  <c:v>40561</c:v>
                </c:pt>
                <c:pt idx="398">
                  <c:v>40561</c:v>
                </c:pt>
                <c:pt idx="399">
                  <c:v>40561</c:v>
                </c:pt>
                <c:pt idx="400">
                  <c:v>40561</c:v>
                </c:pt>
                <c:pt idx="401">
                  <c:v>40561</c:v>
                </c:pt>
                <c:pt idx="402">
                  <c:v>40561</c:v>
                </c:pt>
                <c:pt idx="403">
                  <c:v>40561</c:v>
                </c:pt>
                <c:pt idx="404">
                  <c:v>40561</c:v>
                </c:pt>
                <c:pt idx="405">
                  <c:v>40561</c:v>
                </c:pt>
                <c:pt idx="406">
                  <c:v>40561</c:v>
                </c:pt>
                <c:pt idx="407">
                  <c:v>40561</c:v>
                </c:pt>
                <c:pt idx="408">
                  <c:v>40562</c:v>
                </c:pt>
                <c:pt idx="409">
                  <c:v>40562</c:v>
                </c:pt>
                <c:pt idx="410">
                  <c:v>40562</c:v>
                </c:pt>
                <c:pt idx="411">
                  <c:v>40562</c:v>
                </c:pt>
                <c:pt idx="412">
                  <c:v>40562</c:v>
                </c:pt>
                <c:pt idx="413">
                  <c:v>40562</c:v>
                </c:pt>
                <c:pt idx="414">
                  <c:v>40562</c:v>
                </c:pt>
                <c:pt idx="415">
                  <c:v>40562</c:v>
                </c:pt>
                <c:pt idx="416">
                  <c:v>40562</c:v>
                </c:pt>
                <c:pt idx="417">
                  <c:v>40562</c:v>
                </c:pt>
                <c:pt idx="418">
                  <c:v>40562</c:v>
                </c:pt>
                <c:pt idx="419">
                  <c:v>40562</c:v>
                </c:pt>
                <c:pt idx="420">
                  <c:v>40562</c:v>
                </c:pt>
                <c:pt idx="421">
                  <c:v>40562</c:v>
                </c:pt>
                <c:pt idx="422">
                  <c:v>40562</c:v>
                </c:pt>
                <c:pt idx="423">
                  <c:v>40562</c:v>
                </c:pt>
                <c:pt idx="424">
                  <c:v>40562</c:v>
                </c:pt>
                <c:pt idx="425">
                  <c:v>40562</c:v>
                </c:pt>
                <c:pt idx="426">
                  <c:v>40562</c:v>
                </c:pt>
                <c:pt idx="427">
                  <c:v>40562</c:v>
                </c:pt>
                <c:pt idx="428">
                  <c:v>40562</c:v>
                </c:pt>
                <c:pt idx="429">
                  <c:v>40562</c:v>
                </c:pt>
                <c:pt idx="430">
                  <c:v>40562</c:v>
                </c:pt>
                <c:pt idx="431">
                  <c:v>40563</c:v>
                </c:pt>
                <c:pt idx="432">
                  <c:v>40563</c:v>
                </c:pt>
                <c:pt idx="433">
                  <c:v>40563</c:v>
                </c:pt>
                <c:pt idx="434">
                  <c:v>40563</c:v>
                </c:pt>
                <c:pt idx="435">
                  <c:v>40563</c:v>
                </c:pt>
                <c:pt idx="436">
                  <c:v>40563</c:v>
                </c:pt>
                <c:pt idx="437">
                  <c:v>40563</c:v>
                </c:pt>
                <c:pt idx="438">
                  <c:v>40563</c:v>
                </c:pt>
                <c:pt idx="439">
                  <c:v>40563</c:v>
                </c:pt>
                <c:pt idx="440">
                  <c:v>40563</c:v>
                </c:pt>
                <c:pt idx="441">
                  <c:v>40563</c:v>
                </c:pt>
                <c:pt idx="442">
                  <c:v>40563</c:v>
                </c:pt>
                <c:pt idx="443">
                  <c:v>40563</c:v>
                </c:pt>
                <c:pt idx="444">
                  <c:v>40563</c:v>
                </c:pt>
                <c:pt idx="445">
                  <c:v>40563</c:v>
                </c:pt>
                <c:pt idx="446">
                  <c:v>40563</c:v>
                </c:pt>
                <c:pt idx="447">
                  <c:v>40563</c:v>
                </c:pt>
                <c:pt idx="448">
                  <c:v>40563</c:v>
                </c:pt>
                <c:pt idx="449">
                  <c:v>40563</c:v>
                </c:pt>
                <c:pt idx="450">
                  <c:v>40563</c:v>
                </c:pt>
                <c:pt idx="451">
                  <c:v>40563</c:v>
                </c:pt>
                <c:pt idx="452">
                  <c:v>40563</c:v>
                </c:pt>
                <c:pt idx="453">
                  <c:v>40563</c:v>
                </c:pt>
                <c:pt idx="454">
                  <c:v>40563</c:v>
                </c:pt>
                <c:pt idx="455">
                  <c:v>40564</c:v>
                </c:pt>
                <c:pt idx="456">
                  <c:v>40564</c:v>
                </c:pt>
                <c:pt idx="457">
                  <c:v>40564</c:v>
                </c:pt>
                <c:pt idx="458">
                  <c:v>40564</c:v>
                </c:pt>
                <c:pt idx="459">
                  <c:v>40564</c:v>
                </c:pt>
                <c:pt idx="460">
                  <c:v>40564</c:v>
                </c:pt>
                <c:pt idx="461">
                  <c:v>40564</c:v>
                </c:pt>
                <c:pt idx="462">
                  <c:v>40564</c:v>
                </c:pt>
                <c:pt idx="463">
                  <c:v>40564</c:v>
                </c:pt>
                <c:pt idx="464">
                  <c:v>40564</c:v>
                </c:pt>
                <c:pt idx="465">
                  <c:v>40564</c:v>
                </c:pt>
                <c:pt idx="466">
                  <c:v>40564</c:v>
                </c:pt>
                <c:pt idx="467">
                  <c:v>40564</c:v>
                </c:pt>
                <c:pt idx="468">
                  <c:v>40564</c:v>
                </c:pt>
                <c:pt idx="469">
                  <c:v>40564</c:v>
                </c:pt>
                <c:pt idx="470">
                  <c:v>40564</c:v>
                </c:pt>
                <c:pt idx="471">
                  <c:v>40564</c:v>
                </c:pt>
                <c:pt idx="472">
                  <c:v>40564</c:v>
                </c:pt>
                <c:pt idx="473">
                  <c:v>40564</c:v>
                </c:pt>
                <c:pt idx="474">
                  <c:v>40564</c:v>
                </c:pt>
                <c:pt idx="475">
                  <c:v>40564</c:v>
                </c:pt>
                <c:pt idx="476">
                  <c:v>40564</c:v>
                </c:pt>
                <c:pt idx="477">
                  <c:v>40564</c:v>
                </c:pt>
                <c:pt idx="478">
                  <c:v>40564</c:v>
                </c:pt>
                <c:pt idx="479">
                  <c:v>40565</c:v>
                </c:pt>
                <c:pt idx="480">
                  <c:v>40565</c:v>
                </c:pt>
                <c:pt idx="481">
                  <c:v>40565</c:v>
                </c:pt>
                <c:pt idx="482">
                  <c:v>40565</c:v>
                </c:pt>
                <c:pt idx="483">
                  <c:v>40565</c:v>
                </c:pt>
                <c:pt idx="484">
                  <c:v>40565</c:v>
                </c:pt>
                <c:pt idx="485">
                  <c:v>40565</c:v>
                </c:pt>
                <c:pt idx="486">
                  <c:v>40565</c:v>
                </c:pt>
                <c:pt idx="487">
                  <c:v>40565</c:v>
                </c:pt>
                <c:pt idx="488">
                  <c:v>40565</c:v>
                </c:pt>
                <c:pt idx="489">
                  <c:v>40565</c:v>
                </c:pt>
                <c:pt idx="490">
                  <c:v>40565</c:v>
                </c:pt>
                <c:pt idx="491">
                  <c:v>40565</c:v>
                </c:pt>
                <c:pt idx="492">
                  <c:v>40565</c:v>
                </c:pt>
                <c:pt idx="493">
                  <c:v>40565</c:v>
                </c:pt>
                <c:pt idx="494">
                  <c:v>40565</c:v>
                </c:pt>
                <c:pt idx="495">
                  <c:v>40565</c:v>
                </c:pt>
                <c:pt idx="496">
                  <c:v>40565</c:v>
                </c:pt>
                <c:pt idx="497">
                  <c:v>40565</c:v>
                </c:pt>
                <c:pt idx="498">
                  <c:v>40565</c:v>
                </c:pt>
                <c:pt idx="499">
                  <c:v>40565</c:v>
                </c:pt>
                <c:pt idx="500">
                  <c:v>40565</c:v>
                </c:pt>
                <c:pt idx="501">
                  <c:v>40565</c:v>
                </c:pt>
                <c:pt idx="502">
                  <c:v>40566</c:v>
                </c:pt>
                <c:pt idx="503">
                  <c:v>40566</c:v>
                </c:pt>
                <c:pt idx="504">
                  <c:v>40566</c:v>
                </c:pt>
                <c:pt idx="505">
                  <c:v>40566</c:v>
                </c:pt>
                <c:pt idx="506">
                  <c:v>40566</c:v>
                </c:pt>
                <c:pt idx="507">
                  <c:v>40566</c:v>
                </c:pt>
                <c:pt idx="508">
                  <c:v>40566</c:v>
                </c:pt>
                <c:pt idx="509">
                  <c:v>40566</c:v>
                </c:pt>
                <c:pt idx="510">
                  <c:v>40566</c:v>
                </c:pt>
                <c:pt idx="511">
                  <c:v>40566</c:v>
                </c:pt>
                <c:pt idx="512">
                  <c:v>40566</c:v>
                </c:pt>
                <c:pt idx="513">
                  <c:v>40566</c:v>
                </c:pt>
                <c:pt idx="514">
                  <c:v>40566</c:v>
                </c:pt>
                <c:pt idx="515">
                  <c:v>40566</c:v>
                </c:pt>
                <c:pt idx="516">
                  <c:v>40566</c:v>
                </c:pt>
                <c:pt idx="517">
                  <c:v>40566</c:v>
                </c:pt>
                <c:pt idx="518">
                  <c:v>40566</c:v>
                </c:pt>
                <c:pt idx="519">
                  <c:v>40566</c:v>
                </c:pt>
                <c:pt idx="520">
                  <c:v>40566</c:v>
                </c:pt>
                <c:pt idx="521">
                  <c:v>40566</c:v>
                </c:pt>
                <c:pt idx="522">
                  <c:v>40566</c:v>
                </c:pt>
                <c:pt idx="523">
                  <c:v>40566</c:v>
                </c:pt>
                <c:pt idx="524">
                  <c:v>40566</c:v>
                </c:pt>
                <c:pt idx="525">
                  <c:v>40567</c:v>
                </c:pt>
                <c:pt idx="526">
                  <c:v>40567</c:v>
                </c:pt>
                <c:pt idx="527">
                  <c:v>40567</c:v>
                </c:pt>
                <c:pt idx="528">
                  <c:v>40567</c:v>
                </c:pt>
                <c:pt idx="529">
                  <c:v>40567</c:v>
                </c:pt>
                <c:pt idx="530">
                  <c:v>40567</c:v>
                </c:pt>
                <c:pt idx="531">
                  <c:v>40567</c:v>
                </c:pt>
                <c:pt idx="532">
                  <c:v>40567</c:v>
                </c:pt>
                <c:pt idx="533">
                  <c:v>40567</c:v>
                </c:pt>
                <c:pt idx="534">
                  <c:v>40567</c:v>
                </c:pt>
                <c:pt idx="535">
                  <c:v>40567</c:v>
                </c:pt>
                <c:pt idx="536">
                  <c:v>40567</c:v>
                </c:pt>
                <c:pt idx="537">
                  <c:v>40567</c:v>
                </c:pt>
                <c:pt idx="538">
                  <c:v>40567</c:v>
                </c:pt>
                <c:pt idx="539">
                  <c:v>40567</c:v>
                </c:pt>
                <c:pt idx="540">
                  <c:v>40567</c:v>
                </c:pt>
                <c:pt idx="541">
                  <c:v>40567</c:v>
                </c:pt>
                <c:pt idx="542">
                  <c:v>40567</c:v>
                </c:pt>
                <c:pt idx="543">
                  <c:v>40567</c:v>
                </c:pt>
                <c:pt idx="544">
                  <c:v>40567</c:v>
                </c:pt>
                <c:pt idx="545">
                  <c:v>40567</c:v>
                </c:pt>
                <c:pt idx="546">
                  <c:v>40567</c:v>
                </c:pt>
                <c:pt idx="547">
                  <c:v>40567</c:v>
                </c:pt>
                <c:pt idx="548">
                  <c:v>40568</c:v>
                </c:pt>
                <c:pt idx="549">
                  <c:v>40568</c:v>
                </c:pt>
                <c:pt idx="550">
                  <c:v>40568</c:v>
                </c:pt>
                <c:pt idx="551">
                  <c:v>40568</c:v>
                </c:pt>
                <c:pt idx="552">
                  <c:v>40568</c:v>
                </c:pt>
                <c:pt idx="553">
                  <c:v>40568</c:v>
                </c:pt>
                <c:pt idx="554">
                  <c:v>40568</c:v>
                </c:pt>
                <c:pt idx="555">
                  <c:v>40568</c:v>
                </c:pt>
                <c:pt idx="556">
                  <c:v>40568</c:v>
                </c:pt>
                <c:pt idx="557">
                  <c:v>40568</c:v>
                </c:pt>
                <c:pt idx="558">
                  <c:v>40568</c:v>
                </c:pt>
                <c:pt idx="559">
                  <c:v>40568</c:v>
                </c:pt>
                <c:pt idx="560">
                  <c:v>40568</c:v>
                </c:pt>
                <c:pt idx="561">
                  <c:v>40568</c:v>
                </c:pt>
                <c:pt idx="562">
                  <c:v>40568</c:v>
                </c:pt>
                <c:pt idx="563">
                  <c:v>40568</c:v>
                </c:pt>
                <c:pt idx="564">
                  <c:v>40568</c:v>
                </c:pt>
                <c:pt idx="565">
                  <c:v>40568</c:v>
                </c:pt>
                <c:pt idx="566">
                  <c:v>40568</c:v>
                </c:pt>
                <c:pt idx="567">
                  <c:v>40568</c:v>
                </c:pt>
                <c:pt idx="568">
                  <c:v>40568</c:v>
                </c:pt>
                <c:pt idx="569">
                  <c:v>40568</c:v>
                </c:pt>
                <c:pt idx="570">
                  <c:v>40568</c:v>
                </c:pt>
                <c:pt idx="571">
                  <c:v>40569</c:v>
                </c:pt>
                <c:pt idx="572">
                  <c:v>40569</c:v>
                </c:pt>
                <c:pt idx="573">
                  <c:v>40569</c:v>
                </c:pt>
                <c:pt idx="574">
                  <c:v>40569</c:v>
                </c:pt>
                <c:pt idx="575">
                  <c:v>40569</c:v>
                </c:pt>
                <c:pt idx="576">
                  <c:v>40569</c:v>
                </c:pt>
                <c:pt idx="577">
                  <c:v>40569</c:v>
                </c:pt>
                <c:pt idx="578">
                  <c:v>40569</c:v>
                </c:pt>
                <c:pt idx="579">
                  <c:v>40569</c:v>
                </c:pt>
                <c:pt idx="580">
                  <c:v>40569</c:v>
                </c:pt>
                <c:pt idx="581">
                  <c:v>40569</c:v>
                </c:pt>
                <c:pt idx="582">
                  <c:v>40569</c:v>
                </c:pt>
                <c:pt idx="583">
                  <c:v>40569</c:v>
                </c:pt>
                <c:pt idx="584">
                  <c:v>40569</c:v>
                </c:pt>
                <c:pt idx="585">
                  <c:v>40569</c:v>
                </c:pt>
                <c:pt idx="586">
                  <c:v>40569</c:v>
                </c:pt>
                <c:pt idx="587">
                  <c:v>40570</c:v>
                </c:pt>
                <c:pt idx="588">
                  <c:v>40570</c:v>
                </c:pt>
                <c:pt idx="589">
                  <c:v>40570</c:v>
                </c:pt>
                <c:pt idx="590">
                  <c:v>40570</c:v>
                </c:pt>
                <c:pt idx="591">
                  <c:v>40570</c:v>
                </c:pt>
                <c:pt idx="592">
                  <c:v>40570</c:v>
                </c:pt>
                <c:pt idx="593">
                  <c:v>40570</c:v>
                </c:pt>
                <c:pt idx="594">
                  <c:v>40570</c:v>
                </c:pt>
                <c:pt idx="595">
                  <c:v>40571</c:v>
                </c:pt>
                <c:pt idx="596">
                  <c:v>40571</c:v>
                </c:pt>
                <c:pt idx="597">
                  <c:v>40571</c:v>
                </c:pt>
                <c:pt idx="598">
                  <c:v>40571</c:v>
                </c:pt>
                <c:pt idx="599">
                  <c:v>40571</c:v>
                </c:pt>
                <c:pt idx="600">
                  <c:v>40571</c:v>
                </c:pt>
                <c:pt idx="601">
                  <c:v>40571</c:v>
                </c:pt>
                <c:pt idx="602">
                  <c:v>40571</c:v>
                </c:pt>
                <c:pt idx="603">
                  <c:v>40571</c:v>
                </c:pt>
                <c:pt idx="604">
                  <c:v>40571</c:v>
                </c:pt>
                <c:pt idx="605">
                  <c:v>40571</c:v>
                </c:pt>
                <c:pt idx="606">
                  <c:v>40571</c:v>
                </c:pt>
                <c:pt idx="607">
                  <c:v>40571</c:v>
                </c:pt>
                <c:pt idx="608">
                  <c:v>40571</c:v>
                </c:pt>
                <c:pt idx="609">
                  <c:v>40571</c:v>
                </c:pt>
                <c:pt idx="610">
                  <c:v>40571</c:v>
                </c:pt>
                <c:pt idx="611">
                  <c:v>40571</c:v>
                </c:pt>
                <c:pt idx="612">
                  <c:v>40571</c:v>
                </c:pt>
                <c:pt idx="613">
                  <c:v>40571</c:v>
                </c:pt>
                <c:pt idx="614">
                  <c:v>40571</c:v>
                </c:pt>
                <c:pt idx="615">
                  <c:v>40571</c:v>
                </c:pt>
                <c:pt idx="616">
                  <c:v>40571</c:v>
                </c:pt>
                <c:pt idx="617">
                  <c:v>40571</c:v>
                </c:pt>
                <c:pt idx="618">
                  <c:v>40572</c:v>
                </c:pt>
                <c:pt idx="619">
                  <c:v>40572</c:v>
                </c:pt>
                <c:pt idx="620">
                  <c:v>40572</c:v>
                </c:pt>
                <c:pt idx="621">
                  <c:v>40572</c:v>
                </c:pt>
                <c:pt idx="622">
                  <c:v>40572</c:v>
                </c:pt>
                <c:pt idx="623">
                  <c:v>40572</c:v>
                </c:pt>
                <c:pt idx="624">
                  <c:v>40572</c:v>
                </c:pt>
                <c:pt idx="625">
                  <c:v>40572</c:v>
                </c:pt>
                <c:pt idx="626">
                  <c:v>40572</c:v>
                </c:pt>
                <c:pt idx="627">
                  <c:v>40572</c:v>
                </c:pt>
                <c:pt idx="628">
                  <c:v>40572</c:v>
                </c:pt>
                <c:pt idx="629">
                  <c:v>40572</c:v>
                </c:pt>
                <c:pt idx="630">
                  <c:v>40572</c:v>
                </c:pt>
                <c:pt idx="631">
                  <c:v>40572</c:v>
                </c:pt>
                <c:pt idx="632">
                  <c:v>40572</c:v>
                </c:pt>
                <c:pt idx="633">
                  <c:v>40572</c:v>
                </c:pt>
                <c:pt idx="634">
                  <c:v>40572</c:v>
                </c:pt>
                <c:pt idx="635">
                  <c:v>40572</c:v>
                </c:pt>
                <c:pt idx="636">
                  <c:v>40572</c:v>
                </c:pt>
                <c:pt idx="637">
                  <c:v>40572</c:v>
                </c:pt>
                <c:pt idx="638">
                  <c:v>40572</c:v>
                </c:pt>
                <c:pt idx="639">
                  <c:v>40572</c:v>
                </c:pt>
                <c:pt idx="640">
                  <c:v>40572</c:v>
                </c:pt>
                <c:pt idx="641">
                  <c:v>40573</c:v>
                </c:pt>
                <c:pt idx="642">
                  <c:v>40573</c:v>
                </c:pt>
                <c:pt idx="643">
                  <c:v>40573</c:v>
                </c:pt>
                <c:pt idx="644">
                  <c:v>40573</c:v>
                </c:pt>
                <c:pt idx="645">
                  <c:v>40573</c:v>
                </c:pt>
                <c:pt idx="646">
                  <c:v>40573</c:v>
                </c:pt>
                <c:pt idx="647">
                  <c:v>40573</c:v>
                </c:pt>
                <c:pt idx="648">
                  <c:v>40573</c:v>
                </c:pt>
                <c:pt idx="649">
                  <c:v>40573</c:v>
                </c:pt>
                <c:pt idx="650">
                  <c:v>40573</c:v>
                </c:pt>
                <c:pt idx="651">
                  <c:v>40573</c:v>
                </c:pt>
                <c:pt idx="652">
                  <c:v>40573</c:v>
                </c:pt>
                <c:pt idx="653">
                  <c:v>40573</c:v>
                </c:pt>
                <c:pt idx="654">
                  <c:v>40573</c:v>
                </c:pt>
                <c:pt idx="655">
                  <c:v>40573</c:v>
                </c:pt>
                <c:pt idx="656">
                  <c:v>40573</c:v>
                </c:pt>
                <c:pt idx="657">
                  <c:v>40573</c:v>
                </c:pt>
                <c:pt idx="658">
                  <c:v>40573</c:v>
                </c:pt>
                <c:pt idx="659">
                  <c:v>40573</c:v>
                </c:pt>
                <c:pt idx="660">
                  <c:v>40573</c:v>
                </c:pt>
                <c:pt idx="661">
                  <c:v>40573</c:v>
                </c:pt>
                <c:pt idx="662">
                  <c:v>40573</c:v>
                </c:pt>
                <c:pt idx="663">
                  <c:v>40573</c:v>
                </c:pt>
                <c:pt idx="664">
                  <c:v>40574</c:v>
                </c:pt>
                <c:pt idx="665">
                  <c:v>40574</c:v>
                </c:pt>
                <c:pt idx="666">
                  <c:v>40574</c:v>
                </c:pt>
                <c:pt idx="667">
                  <c:v>40574</c:v>
                </c:pt>
                <c:pt idx="668">
                  <c:v>40574</c:v>
                </c:pt>
                <c:pt idx="669">
                  <c:v>40574</c:v>
                </c:pt>
                <c:pt idx="670">
                  <c:v>40574</c:v>
                </c:pt>
                <c:pt idx="671">
                  <c:v>40574</c:v>
                </c:pt>
                <c:pt idx="672">
                  <c:v>40574</c:v>
                </c:pt>
                <c:pt idx="673">
                  <c:v>40574</c:v>
                </c:pt>
                <c:pt idx="674">
                  <c:v>40574</c:v>
                </c:pt>
                <c:pt idx="675">
                  <c:v>40574</c:v>
                </c:pt>
                <c:pt idx="676">
                  <c:v>40574</c:v>
                </c:pt>
                <c:pt idx="677">
                  <c:v>40574</c:v>
                </c:pt>
                <c:pt idx="678">
                  <c:v>40574</c:v>
                </c:pt>
                <c:pt idx="679">
                  <c:v>40574</c:v>
                </c:pt>
                <c:pt idx="680">
                  <c:v>40574</c:v>
                </c:pt>
                <c:pt idx="681">
                  <c:v>40574</c:v>
                </c:pt>
                <c:pt idx="682">
                  <c:v>40574</c:v>
                </c:pt>
                <c:pt idx="683">
                  <c:v>40574</c:v>
                </c:pt>
                <c:pt idx="684">
                  <c:v>40574</c:v>
                </c:pt>
                <c:pt idx="685">
                  <c:v>40574</c:v>
                </c:pt>
                <c:pt idx="686">
                  <c:v>40574</c:v>
                </c:pt>
                <c:pt idx="687">
                  <c:v>40574</c:v>
                </c:pt>
                <c:pt idx="688">
                  <c:v>40575</c:v>
                </c:pt>
                <c:pt idx="689">
                  <c:v>40575</c:v>
                </c:pt>
                <c:pt idx="690">
                  <c:v>40575</c:v>
                </c:pt>
                <c:pt idx="691">
                  <c:v>40575</c:v>
                </c:pt>
                <c:pt idx="692">
                  <c:v>40575</c:v>
                </c:pt>
                <c:pt idx="693">
                  <c:v>40575</c:v>
                </c:pt>
                <c:pt idx="694">
                  <c:v>40575</c:v>
                </c:pt>
                <c:pt idx="695">
                  <c:v>40575</c:v>
                </c:pt>
                <c:pt idx="696">
                  <c:v>40575</c:v>
                </c:pt>
                <c:pt idx="697">
                  <c:v>40575</c:v>
                </c:pt>
                <c:pt idx="698">
                  <c:v>40575</c:v>
                </c:pt>
                <c:pt idx="699">
                  <c:v>40575</c:v>
                </c:pt>
                <c:pt idx="700">
                  <c:v>40575</c:v>
                </c:pt>
                <c:pt idx="701">
                  <c:v>40575</c:v>
                </c:pt>
                <c:pt idx="702">
                  <c:v>40575</c:v>
                </c:pt>
                <c:pt idx="703">
                  <c:v>40575</c:v>
                </c:pt>
                <c:pt idx="704">
                  <c:v>40575</c:v>
                </c:pt>
                <c:pt idx="705">
                  <c:v>40575</c:v>
                </c:pt>
                <c:pt idx="706">
                  <c:v>40575</c:v>
                </c:pt>
                <c:pt idx="707">
                  <c:v>40575</c:v>
                </c:pt>
                <c:pt idx="708">
                  <c:v>40575</c:v>
                </c:pt>
                <c:pt idx="709">
                  <c:v>40575</c:v>
                </c:pt>
                <c:pt idx="710">
                  <c:v>40575</c:v>
                </c:pt>
                <c:pt idx="711">
                  <c:v>40576</c:v>
                </c:pt>
                <c:pt idx="712">
                  <c:v>40576</c:v>
                </c:pt>
                <c:pt idx="713">
                  <c:v>40576</c:v>
                </c:pt>
                <c:pt idx="714">
                  <c:v>40576</c:v>
                </c:pt>
                <c:pt idx="715">
                  <c:v>40576</c:v>
                </c:pt>
                <c:pt idx="716">
                  <c:v>40576</c:v>
                </c:pt>
                <c:pt idx="717">
                  <c:v>40576</c:v>
                </c:pt>
                <c:pt idx="718">
                  <c:v>40576</c:v>
                </c:pt>
                <c:pt idx="719">
                  <c:v>40576</c:v>
                </c:pt>
                <c:pt idx="720">
                  <c:v>40576</c:v>
                </c:pt>
                <c:pt idx="721">
                  <c:v>40576</c:v>
                </c:pt>
                <c:pt idx="722">
                  <c:v>40576</c:v>
                </c:pt>
                <c:pt idx="723">
                  <c:v>40576</c:v>
                </c:pt>
                <c:pt idx="724">
                  <c:v>40576</c:v>
                </c:pt>
                <c:pt idx="725">
                  <c:v>40576</c:v>
                </c:pt>
                <c:pt idx="726">
                  <c:v>40576</c:v>
                </c:pt>
                <c:pt idx="727">
                  <c:v>40576</c:v>
                </c:pt>
                <c:pt idx="728">
                  <c:v>40576</c:v>
                </c:pt>
                <c:pt idx="729">
                  <c:v>40576</c:v>
                </c:pt>
                <c:pt idx="730">
                  <c:v>40576</c:v>
                </c:pt>
                <c:pt idx="731">
                  <c:v>40576</c:v>
                </c:pt>
                <c:pt idx="732">
                  <c:v>40576</c:v>
                </c:pt>
                <c:pt idx="733">
                  <c:v>40576</c:v>
                </c:pt>
                <c:pt idx="734">
                  <c:v>40576</c:v>
                </c:pt>
                <c:pt idx="735">
                  <c:v>40577</c:v>
                </c:pt>
                <c:pt idx="736">
                  <c:v>40577</c:v>
                </c:pt>
                <c:pt idx="737">
                  <c:v>40577</c:v>
                </c:pt>
                <c:pt idx="738">
                  <c:v>40577</c:v>
                </c:pt>
                <c:pt idx="739">
                  <c:v>40577</c:v>
                </c:pt>
                <c:pt idx="740">
                  <c:v>40577</c:v>
                </c:pt>
                <c:pt idx="741">
                  <c:v>40577</c:v>
                </c:pt>
                <c:pt idx="742">
                  <c:v>40577</c:v>
                </c:pt>
                <c:pt idx="743">
                  <c:v>40577</c:v>
                </c:pt>
                <c:pt idx="744">
                  <c:v>40577</c:v>
                </c:pt>
                <c:pt idx="745">
                  <c:v>40577</c:v>
                </c:pt>
                <c:pt idx="746">
                  <c:v>40577</c:v>
                </c:pt>
                <c:pt idx="747">
                  <c:v>40577</c:v>
                </c:pt>
                <c:pt idx="748">
                  <c:v>40577</c:v>
                </c:pt>
                <c:pt idx="749">
                  <c:v>40577</c:v>
                </c:pt>
                <c:pt idx="750">
                  <c:v>40577</c:v>
                </c:pt>
                <c:pt idx="751">
                  <c:v>40577</c:v>
                </c:pt>
                <c:pt idx="752">
                  <c:v>40577</c:v>
                </c:pt>
                <c:pt idx="753">
                  <c:v>40577</c:v>
                </c:pt>
                <c:pt idx="754">
                  <c:v>40577</c:v>
                </c:pt>
                <c:pt idx="755">
                  <c:v>40577</c:v>
                </c:pt>
                <c:pt idx="756">
                  <c:v>40577</c:v>
                </c:pt>
                <c:pt idx="757">
                  <c:v>40577</c:v>
                </c:pt>
                <c:pt idx="758">
                  <c:v>40578</c:v>
                </c:pt>
                <c:pt idx="759">
                  <c:v>40578</c:v>
                </c:pt>
                <c:pt idx="760">
                  <c:v>40578</c:v>
                </c:pt>
                <c:pt idx="761">
                  <c:v>40578</c:v>
                </c:pt>
                <c:pt idx="762">
                  <c:v>40578</c:v>
                </c:pt>
                <c:pt idx="763">
                  <c:v>40578</c:v>
                </c:pt>
                <c:pt idx="764">
                  <c:v>40578</c:v>
                </c:pt>
                <c:pt idx="765">
                  <c:v>40578</c:v>
                </c:pt>
                <c:pt idx="766">
                  <c:v>40578</c:v>
                </c:pt>
                <c:pt idx="767">
                  <c:v>40578</c:v>
                </c:pt>
                <c:pt idx="768">
                  <c:v>40578</c:v>
                </c:pt>
                <c:pt idx="769">
                  <c:v>40578</c:v>
                </c:pt>
                <c:pt idx="770">
                  <c:v>40578</c:v>
                </c:pt>
                <c:pt idx="771">
                  <c:v>40578</c:v>
                </c:pt>
                <c:pt idx="772">
                  <c:v>40578</c:v>
                </c:pt>
                <c:pt idx="773">
                  <c:v>40578</c:v>
                </c:pt>
                <c:pt idx="774">
                  <c:v>40578</c:v>
                </c:pt>
                <c:pt idx="775">
                  <c:v>40578</c:v>
                </c:pt>
                <c:pt idx="776">
                  <c:v>40578</c:v>
                </c:pt>
                <c:pt idx="777">
                  <c:v>40578</c:v>
                </c:pt>
                <c:pt idx="778">
                  <c:v>40578</c:v>
                </c:pt>
                <c:pt idx="779">
                  <c:v>40578</c:v>
                </c:pt>
                <c:pt idx="780">
                  <c:v>40578</c:v>
                </c:pt>
                <c:pt idx="781">
                  <c:v>40579</c:v>
                </c:pt>
                <c:pt idx="782">
                  <c:v>40579</c:v>
                </c:pt>
                <c:pt idx="783">
                  <c:v>40579</c:v>
                </c:pt>
                <c:pt idx="784">
                  <c:v>40579</c:v>
                </c:pt>
                <c:pt idx="785">
                  <c:v>40579</c:v>
                </c:pt>
                <c:pt idx="786">
                  <c:v>40579</c:v>
                </c:pt>
                <c:pt idx="787">
                  <c:v>40579</c:v>
                </c:pt>
                <c:pt idx="788">
                  <c:v>40579</c:v>
                </c:pt>
                <c:pt idx="789">
                  <c:v>40579</c:v>
                </c:pt>
                <c:pt idx="790">
                  <c:v>40579</c:v>
                </c:pt>
                <c:pt idx="791">
                  <c:v>40579</c:v>
                </c:pt>
                <c:pt idx="792">
                  <c:v>40579</c:v>
                </c:pt>
                <c:pt idx="793">
                  <c:v>40579</c:v>
                </c:pt>
                <c:pt idx="794">
                  <c:v>40579</c:v>
                </c:pt>
                <c:pt idx="795">
                  <c:v>40579</c:v>
                </c:pt>
                <c:pt idx="796">
                  <c:v>40579</c:v>
                </c:pt>
                <c:pt idx="797">
                  <c:v>40579</c:v>
                </c:pt>
                <c:pt idx="798">
                  <c:v>40579</c:v>
                </c:pt>
                <c:pt idx="799">
                  <c:v>40579</c:v>
                </c:pt>
                <c:pt idx="800">
                  <c:v>40579</c:v>
                </c:pt>
                <c:pt idx="801">
                  <c:v>40579</c:v>
                </c:pt>
                <c:pt idx="802">
                  <c:v>40579</c:v>
                </c:pt>
                <c:pt idx="803">
                  <c:v>40579</c:v>
                </c:pt>
                <c:pt idx="804">
                  <c:v>40579</c:v>
                </c:pt>
                <c:pt idx="805">
                  <c:v>40580</c:v>
                </c:pt>
                <c:pt idx="806">
                  <c:v>40580</c:v>
                </c:pt>
                <c:pt idx="807">
                  <c:v>40580</c:v>
                </c:pt>
                <c:pt idx="808">
                  <c:v>40580</c:v>
                </c:pt>
                <c:pt idx="809">
                  <c:v>40580</c:v>
                </c:pt>
                <c:pt idx="810">
                  <c:v>40580</c:v>
                </c:pt>
                <c:pt idx="811">
                  <c:v>40580</c:v>
                </c:pt>
                <c:pt idx="812">
                  <c:v>40580</c:v>
                </c:pt>
                <c:pt idx="813">
                  <c:v>40580</c:v>
                </c:pt>
                <c:pt idx="814">
                  <c:v>40580</c:v>
                </c:pt>
                <c:pt idx="815">
                  <c:v>40580</c:v>
                </c:pt>
                <c:pt idx="816">
                  <c:v>40580</c:v>
                </c:pt>
                <c:pt idx="817">
                  <c:v>40580</c:v>
                </c:pt>
                <c:pt idx="818">
                  <c:v>40580</c:v>
                </c:pt>
                <c:pt idx="819">
                  <c:v>40580</c:v>
                </c:pt>
                <c:pt idx="820">
                  <c:v>40580</c:v>
                </c:pt>
                <c:pt idx="821">
                  <c:v>40580</c:v>
                </c:pt>
                <c:pt idx="822">
                  <c:v>40580</c:v>
                </c:pt>
                <c:pt idx="823">
                  <c:v>40580</c:v>
                </c:pt>
                <c:pt idx="824">
                  <c:v>40580</c:v>
                </c:pt>
                <c:pt idx="825">
                  <c:v>40580</c:v>
                </c:pt>
                <c:pt idx="826">
                  <c:v>40580</c:v>
                </c:pt>
                <c:pt idx="827">
                  <c:v>40580</c:v>
                </c:pt>
                <c:pt idx="828">
                  <c:v>40580</c:v>
                </c:pt>
                <c:pt idx="829">
                  <c:v>40581</c:v>
                </c:pt>
                <c:pt idx="830">
                  <c:v>40581</c:v>
                </c:pt>
                <c:pt idx="831">
                  <c:v>40581</c:v>
                </c:pt>
                <c:pt idx="832">
                  <c:v>40581</c:v>
                </c:pt>
                <c:pt idx="833">
                  <c:v>40581</c:v>
                </c:pt>
                <c:pt idx="834">
                  <c:v>40581</c:v>
                </c:pt>
                <c:pt idx="835">
                  <c:v>40581</c:v>
                </c:pt>
                <c:pt idx="836">
                  <c:v>40581</c:v>
                </c:pt>
                <c:pt idx="837">
                  <c:v>40581</c:v>
                </c:pt>
                <c:pt idx="838">
                  <c:v>40581</c:v>
                </c:pt>
                <c:pt idx="839">
                  <c:v>40581</c:v>
                </c:pt>
                <c:pt idx="840">
                  <c:v>40581</c:v>
                </c:pt>
                <c:pt idx="841">
                  <c:v>40581</c:v>
                </c:pt>
                <c:pt idx="842">
                  <c:v>40581</c:v>
                </c:pt>
                <c:pt idx="843">
                  <c:v>40581</c:v>
                </c:pt>
                <c:pt idx="844">
                  <c:v>40581</c:v>
                </c:pt>
                <c:pt idx="845">
                  <c:v>40581</c:v>
                </c:pt>
                <c:pt idx="846">
                  <c:v>40581</c:v>
                </c:pt>
                <c:pt idx="847">
                  <c:v>40581</c:v>
                </c:pt>
                <c:pt idx="848">
                  <c:v>40581</c:v>
                </c:pt>
                <c:pt idx="849">
                  <c:v>40581</c:v>
                </c:pt>
                <c:pt idx="850">
                  <c:v>40581</c:v>
                </c:pt>
                <c:pt idx="851">
                  <c:v>40581</c:v>
                </c:pt>
                <c:pt idx="852">
                  <c:v>40581</c:v>
                </c:pt>
                <c:pt idx="853">
                  <c:v>40582</c:v>
                </c:pt>
                <c:pt idx="854">
                  <c:v>40582</c:v>
                </c:pt>
                <c:pt idx="855">
                  <c:v>40582</c:v>
                </c:pt>
                <c:pt idx="856">
                  <c:v>40582</c:v>
                </c:pt>
                <c:pt idx="857">
                  <c:v>40582</c:v>
                </c:pt>
                <c:pt idx="858">
                  <c:v>40582</c:v>
                </c:pt>
                <c:pt idx="859">
                  <c:v>40582</c:v>
                </c:pt>
                <c:pt idx="860">
                  <c:v>40582</c:v>
                </c:pt>
                <c:pt idx="861">
                  <c:v>40582</c:v>
                </c:pt>
                <c:pt idx="862">
                  <c:v>40582</c:v>
                </c:pt>
                <c:pt idx="863">
                  <c:v>40582</c:v>
                </c:pt>
                <c:pt idx="864">
                  <c:v>40582</c:v>
                </c:pt>
                <c:pt idx="865">
                  <c:v>40582</c:v>
                </c:pt>
                <c:pt idx="866">
                  <c:v>40582</c:v>
                </c:pt>
                <c:pt idx="867">
                  <c:v>40582</c:v>
                </c:pt>
                <c:pt idx="868">
                  <c:v>40582</c:v>
                </c:pt>
                <c:pt idx="869">
                  <c:v>40582</c:v>
                </c:pt>
                <c:pt idx="870">
                  <c:v>40582</c:v>
                </c:pt>
                <c:pt idx="871">
                  <c:v>40582</c:v>
                </c:pt>
                <c:pt idx="872">
                  <c:v>40582</c:v>
                </c:pt>
                <c:pt idx="873">
                  <c:v>40582</c:v>
                </c:pt>
                <c:pt idx="874">
                  <c:v>40582</c:v>
                </c:pt>
                <c:pt idx="875">
                  <c:v>40582</c:v>
                </c:pt>
                <c:pt idx="876">
                  <c:v>40582</c:v>
                </c:pt>
                <c:pt idx="877">
                  <c:v>40583</c:v>
                </c:pt>
                <c:pt idx="878">
                  <c:v>40583</c:v>
                </c:pt>
                <c:pt idx="879">
                  <c:v>40583</c:v>
                </c:pt>
                <c:pt idx="880">
                  <c:v>40583</c:v>
                </c:pt>
                <c:pt idx="881">
                  <c:v>40583</c:v>
                </c:pt>
                <c:pt idx="882">
                  <c:v>40583</c:v>
                </c:pt>
                <c:pt idx="883">
                  <c:v>40583</c:v>
                </c:pt>
                <c:pt idx="884">
                  <c:v>40583</c:v>
                </c:pt>
                <c:pt idx="885">
                  <c:v>40583</c:v>
                </c:pt>
                <c:pt idx="886">
                  <c:v>40583</c:v>
                </c:pt>
                <c:pt idx="887">
                  <c:v>40583</c:v>
                </c:pt>
                <c:pt idx="888">
                  <c:v>40583</c:v>
                </c:pt>
                <c:pt idx="889">
                  <c:v>40583</c:v>
                </c:pt>
                <c:pt idx="890">
                  <c:v>40583</c:v>
                </c:pt>
                <c:pt idx="891">
                  <c:v>40583</c:v>
                </c:pt>
                <c:pt idx="892">
                  <c:v>40583</c:v>
                </c:pt>
                <c:pt idx="893">
                  <c:v>40583</c:v>
                </c:pt>
                <c:pt idx="894">
                  <c:v>40583</c:v>
                </c:pt>
                <c:pt idx="895">
                  <c:v>40583</c:v>
                </c:pt>
                <c:pt idx="896">
                  <c:v>40583</c:v>
                </c:pt>
                <c:pt idx="897">
                  <c:v>40583</c:v>
                </c:pt>
                <c:pt idx="898">
                  <c:v>40583</c:v>
                </c:pt>
                <c:pt idx="899">
                  <c:v>40583</c:v>
                </c:pt>
                <c:pt idx="900">
                  <c:v>40584</c:v>
                </c:pt>
                <c:pt idx="901">
                  <c:v>40584</c:v>
                </c:pt>
                <c:pt idx="902">
                  <c:v>40584</c:v>
                </c:pt>
                <c:pt idx="903">
                  <c:v>40584</c:v>
                </c:pt>
                <c:pt idx="904">
                  <c:v>40584</c:v>
                </c:pt>
                <c:pt idx="905">
                  <c:v>40584</c:v>
                </c:pt>
                <c:pt idx="906">
                  <c:v>40584</c:v>
                </c:pt>
                <c:pt idx="907">
                  <c:v>40584</c:v>
                </c:pt>
                <c:pt idx="908">
                  <c:v>40584</c:v>
                </c:pt>
                <c:pt idx="909">
                  <c:v>40584</c:v>
                </c:pt>
                <c:pt idx="910">
                  <c:v>40584</c:v>
                </c:pt>
                <c:pt idx="911">
                  <c:v>40584</c:v>
                </c:pt>
                <c:pt idx="912">
                  <c:v>40584</c:v>
                </c:pt>
                <c:pt idx="913">
                  <c:v>40584</c:v>
                </c:pt>
                <c:pt idx="914">
                  <c:v>40584</c:v>
                </c:pt>
                <c:pt idx="915">
                  <c:v>40584</c:v>
                </c:pt>
                <c:pt idx="916">
                  <c:v>40584</c:v>
                </c:pt>
                <c:pt idx="917">
                  <c:v>40584</c:v>
                </c:pt>
                <c:pt idx="918">
                  <c:v>40584</c:v>
                </c:pt>
                <c:pt idx="919">
                  <c:v>40584</c:v>
                </c:pt>
                <c:pt idx="920">
                  <c:v>40584</c:v>
                </c:pt>
                <c:pt idx="921">
                  <c:v>40584</c:v>
                </c:pt>
                <c:pt idx="922">
                  <c:v>40584</c:v>
                </c:pt>
                <c:pt idx="923">
                  <c:v>40585</c:v>
                </c:pt>
                <c:pt idx="924">
                  <c:v>40585</c:v>
                </c:pt>
                <c:pt idx="925">
                  <c:v>40585</c:v>
                </c:pt>
                <c:pt idx="926">
                  <c:v>40585</c:v>
                </c:pt>
                <c:pt idx="927">
                  <c:v>40585</c:v>
                </c:pt>
                <c:pt idx="928">
                  <c:v>40585</c:v>
                </c:pt>
                <c:pt idx="929">
                  <c:v>40585</c:v>
                </c:pt>
                <c:pt idx="930">
                  <c:v>40585</c:v>
                </c:pt>
                <c:pt idx="931">
                  <c:v>40585</c:v>
                </c:pt>
                <c:pt idx="932">
                  <c:v>40585</c:v>
                </c:pt>
                <c:pt idx="933">
                  <c:v>40585</c:v>
                </c:pt>
                <c:pt idx="934">
                  <c:v>40585</c:v>
                </c:pt>
                <c:pt idx="935">
                  <c:v>40585</c:v>
                </c:pt>
                <c:pt idx="936">
                  <c:v>40585</c:v>
                </c:pt>
                <c:pt idx="937">
                  <c:v>40585</c:v>
                </c:pt>
                <c:pt idx="938">
                  <c:v>40585</c:v>
                </c:pt>
                <c:pt idx="939">
                  <c:v>40585</c:v>
                </c:pt>
                <c:pt idx="940">
                  <c:v>40585</c:v>
                </c:pt>
                <c:pt idx="941">
                  <c:v>40585</c:v>
                </c:pt>
                <c:pt idx="942">
                  <c:v>40585</c:v>
                </c:pt>
                <c:pt idx="943">
                  <c:v>40585</c:v>
                </c:pt>
                <c:pt idx="944">
                  <c:v>40585</c:v>
                </c:pt>
                <c:pt idx="945">
                  <c:v>40586</c:v>
                </c:pt>
                <c:pt idx="946">
                  <c:v>40586</c:v>
                </c:pt>
                <c:pt idx="947">
                  <c:v>40586</c:v>
                </c:pt>
                <c:pt idx="948">
                  <c:v>40586</c:v>
                </c:pt>
                <c:pt idx="949">
                  <c:v>40586</c:v>
                </c:pt>
                <c:pt idx="950">
                  <c:v>40586</c:v>
                </c:pt>
                <c:pt idx="951">
                  <c:v>40586</c:v>
                </c:pt>
                <c:pt idx="952">
                  <c:v>40586</c:v>
                </c:pt>
                <c:pt idx="953">
                  <c:v>40586</c:v>
                </c:pt>
                <c:pt idx="954">
                  <c:v>40586</c:v>
                </c:pt>
                <c:pt idx="955">
                  <c:v>40586</c:v>
                </c:pt>
                <c:pt idx="956">
                  <c:v>40586</c:v>
                </c:pt>
                <c:pt idx="957">
                  <c:v>40586</c:v>
                </c:pt>
                <c:pt idx="958">
                  <c:v>40586</c:v>
                </c:pt>
                <c:pt idx="959">
                  <c:v>40586</c:v>
                </c:pt>
                <c:pt idx="960">
                  <c:v>40586</c:v>
                </c:pt>
                <c:pt idx="961">
                  <c:v>40586</c:v>
                </c:pt>
                <c:pt idx="962">
                  <c:v>40586</c:v>
                </c:pt>
                <c:pt idx="963">
                  <c:v>40586</c:v>
                </c:pt>
                <c:pt idx="964">
                  <c:v>40586</c:v>
                </c:pt>
                <c:pt idx="965">
                  <c:v>40586</c:v>
                </c:pt>
                <c:pt idx="966">
                  <c:v>40586</c:v>
                </c:pt>
                <c:pt idx="967">
                  <c:v>40586</c:v>
                </c:pt>
                <c:pt idx="968">
                  <c:v>40586</c:v>
                </c:pt>
                <c:pt idx="969">
                  <c:v>40587</c:v>
                </c:pt>
                <c:pt idx="970">
                  <c:v>40587</c:v>
                </c:pt>
                <c:pt idx="971">
                  <c:v>40587</c:v>
                </c:pt>
                <c:pt idx="972">
                  <c:v>40587</c:v>
                </c:pt>
                <c:pt idx="973">
                  <c:v>40587</c:v>
                </c:pt>
                <c:pt idx="974">
                  <c:v>40587</c:v>
                </c:pt>
                <c:pt idx="975">
                  <c:v>40587</c:v>
                </c:pt>
                <c:pt idx="976">
                  <c:v>40587</c:v>
                </c:pt>
                <c:pt idx="977">
                  <c:v>40587</c:v>
                </c:pt>
                <c:pt idx="978">
                  <c:v>40587</c:v>
                </c:pt>
                <c:pt idx="979">
                  <c:v>40587</c:v>
                </c:pt>
                <c:pt idx="980">
                  <c:v>40587</c:v>
                </c:pt>
                <c:pt idx="981">
                  <c:v>40587</c:v>
                </c:pt>
                <c:pt idx="982">
                  <c:v>40587</c:v>
                </c:pt>
                <c:pt idx="983">
                  <c:v>40587</c:v>
                </c:pt>
                <c:pt idx="984">
                  <c:v>40587</c:v>
                </c:pt>
                <c:pt idx="985">
                  <c:v>40587</c:v>
                </c:pt>
                <c:pt idx="986">
                  <c:v>40587</c:v>
                </c:pt>
                <c:pt idx="987">
                  <c:v>40587</c:v>
                </c:pt>
                <c:pt idx="988">
                  <c:v>40587</c:v>
                </c:pt>
                <c:pt idx="989">
                  <c:v>40587</c:v>
                </c:pt>
                <c:pt idx="990">
                  <c:v>40587</c:v>
                </c:pt>
                <c:pt idx="991">
                  <c:v>40587</c:v>
                </c:pt>
                <c:pt idx="992">
                  <c:v>40588</c:v>
                </c:pt>
                <c:pt idx="993">
                  <c:v>40588</c:v>
                </c:pt>
                <c:pt idx="994">
                  <c:v>40588</c:v>
                </c:pt>
                <c:pt idx="995">
                  <c:v>40588</c:v>
                </c:pt>
                <c:pt idx="996">
                  <c:v>40588</c:v>
                </c:pt>
                <c:pt idx="997">
                  <c:v>40588</c:v>
                </c:pt>
                <c:pt idx="998">
                  <c:v>40588</c:v>
                </c:pt>
                <c:pt idx="999">
                  <c:v>40588</c:v>
                </c:pt>
              </c:numCache>
            </c:numRef>
          </c:cat>
          <c:val>
            <c:numRef>
              <c:f>'[Bike^120Sharing^120Project (Recovered).xlsx]Append1'!$U$4:$U$1003</c:f>
              <c:numCache>
                <c:formatCode>General</c:formatCode>
                <c:ptCount val="10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1C-4B0D-A41C-7BE0BAFA41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04729311"/>
        <c:axId val="1147628112"/>
      </c:lineChart>
      <c:dateAx>
        <c:axId val="2104729311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7628112"/>
        <c:crosses val="autoZero"/>
        <c:auto val="1"/>
        <c:lblOffset val="100"/>
        <c:baseTimeUnit val="days"/>
      </c:dateAx>
      <c:valAx>
        <c:axId val="1147628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4729311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400" b="1"/>
              <a:t>Descriptive</a:t>
            </a:r>
            <a:r>
              <a:rPr lang="en-IN" sz="2400" b="1" baseline="0"/>
              <a:t> satistics</a:t>
            </a:r>
            <a:endParaRPr lang="en-IN" sz="24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7.3245301454106557E-2"/>
          <c:y val="9.4683255405870664E-2"/>
          <c:w val="0.77421116711992077"/>
          <c:h val="0.83425692878799662"/>
        </c:manualLayout>
      </c:layout>
      <c:lineChart>
        <c:grouping val="percentStacked"/>
        <c:varyColors val="0"/>
        <c:ser>
          <c:idx val="1"/>
          <c:order val="1"/>
          <c:tx>
            <c:strRef>
              <c:f>'[Bike^120Sharing^120Project (Recovered).xlsx]Append1'!$AA$6</c:f>
              <c:strCache>
                <c:ptCount val="1"/>
                <c:pt idx="0">
                  <c:v>Mean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(Recovered).xlsx]Append1'!$AB$6:$AN$6</c:f>
              <c:numCache>
                <c:formatCode>General</c:formatCode>
                <c:ptCount val="13"/>
                <c:pt idx="0">
                  <c:v>0.20589999999999961</c:v>
                </c:pt>
                <c:pt idx="1">
                  <c:v>0</c:v>
                </c:pt>
                <c:pt idx="2">
                  <c:v>0.21427160000000045</c:v>
                </c:pt>
                <c:pt idx="3">
                  <c:v>0</c:v>
                </c:pt>
                <c:pt idx="4">
                  <c:v>0.58248000000000033</c:v>
                </c:pt>
                <c:pt idx="5">
                  <c:v>0</c:v>
                </c:pt>
                <c:pt idx="6">
                  <c:v>0.19493129999999903</c:v>
                </c:pt>
                <c:pt idx="7">
                  <c:v>0</c:v>
                </c:pt>
                <c:pt idx="8">
                  <c:v>4.9210000000000003</c:v>
                </c:pt>
                <c:pt idx="9">
                  <c:v>0</c:v>
                </c:pt>
                <c:pt idx="10">
                  <c:v>53.383000000000003</c:v>
                </c:pt>
                <c:pt idx="11">
                  <c:v>0</c:v>
                </c:pt>
                <c:pt idx="12">
                  <c:v>58.304000000000002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6A-4778-82E8-519AA4BB44BC}"/>
            </c:ext>
          </c:extLst>
        </c:ser>
        <c:ser>
          <c:idx val="2"/>
          <c:order val="2"/>
          <c:tx>
            <c:strRef>
              <c:f>'[Bike^120Sharing^120Project (Recovered).xlsx]Append1'!$AA$7</c:f>
              <c:strCache>
                <c:ptCount val="1"/>
                <c:pt idx="0">
                  <c:v>Standard Error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(Recovered).xlsx]Append1'!$AB$7:$AN$7</c:f>
              <c:numCache>
                <c:formatCode>General</c:formatCode>
                <c:ptCount val="13"/>
                <c:pt idx="0">
                  <c:v>2.4974842196553806E-3</c:v>
                </c:pt>
                <c:pt idx="1">
                  <c:v>0</c:v>
                </c:pt>
                <c:pt idx="2">
                  <c:v>2.5100523931695803E-3</c:v>
                </c:pt>
                <c:pt idx="3">
                  <c:v>0</c:v>
                </c:pt>
                <c:pt idx="4">
                  <c:v>5.9443574072378961E-3</c:v>
                </c:pt>
                <c:pt idx="5">
                  <c:v>0</c:v>
                </c:pt>
                <c:pt idx="6">
                  <c:v>4.0833247472252168E-3</c:v>
                </c:pt>
                <c:pt idx="7">
                  <c:v>0</c:v>
                </c:pt>
                <c:pt idx="8">
                  <c:v>0.24172130271903672</c:v>
                </c:pt>
                <c:pt idx="9">
                  <c:v>0</c:v>
                </c:pt>
                <c:pt idx="10">
                  <c:v>1.51454024150669</c:v>
                </c:pt>
                <c:pt idx="11">
                  <c:v>0</c:v>
                </c:pt>
                <c:pt idx="12">
                  <c:v>1.612304906371965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6A-4778-82E8-519AA4BB44BC}"/>
            </c:ext>
          </c:extLst>
        </c:ser>
        <c:ser>
          <c:idx val="3"/>
          <c:order val="3"/>
          <c:tx>
            <c:strRef>
              <c:f>'[Bike^120Sharing^120Project (Recovered).xlsx]Append1'!$AA$8</c:f>
              <c:strCache>
                <c:ptCount val="1"/>
                <c:pt idx="0">
                  <c:v>Median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(Recovered).xlsx]Append1'!$AB$8:$AN$8</c:f>
              <c:numCache>
                <c:formatCode>General</c:formatCode>
                <c:ptCount val="13"/>
                <c:pt idx="0">
                  <c:v>0.2</c:v>
                </c:pt>
                <c:pt idx="1">
                  <c:v>0</c:v>
                </c:pt>
                <c:pt idx="2">
                  <c:v>0.21210000000000001</c:v>
                </c:pt>
                <c:pt idx="3">
                  <c:v>0</c:v>
                </c:pt>
                <c:pt idx="4">
                  <c:v>0.55000000000000004</c:v>
                </c:pt>
                <c:pt idx="5">
                  <c:v>0</c:v>
                </c:pt>
                <c:pt idx="6">
                  <c:v>0.16420000000000001</c:v>
                </c:pt>
                <c:pt idx="7">
                  <c:v>0</c:v>
                </c:pt>
                <c:pt idx="8">
                  <c:v>3</c:v>
                </c:pt>
                <c:pt idx="9">
                  <c:v>0</c:v>
                </c:pt>
                <c:pt idx="10">
                  <c:v>46</c:v>
                </c:pt>
                <c:pt idx="11">
                  <c:v>0</c:v>
                </c:pt>
                <c:pt idx="12">
                  <c:v>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56A-4778-82E8-519AA4BB44BC}"/>
            </c:ext>
          </c:extLst>
        </c:ser>
        <c:ser>
          <c:idx val="4"/>
          <c:order val="4"/>
          <c:tx>
            <c:strRef>
              <c:f>'[Bike^120Sharing^120Project (Recovered).xlsx]Append1'!$AA$9</c:f>
              <c:strCache>
                <c:ptCount val="1"/>
                <c:pt idx="0">
                  <c:v>Mode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(Recovered).xlsx]Append1'!$AB$9:$AN$9</c:f>
              <c:numCache>
                <c:formatCode>General</c:formatCode>
                <c:ptCount val="13"/>
                <c:pt idx="0">
                  <c:v>0.22</c:v>
                </c:pt>
                <c:pt idx="1">
                  <c:v>0</c:v>
                </c:pt>
                <c:pt idx="2">
                  <c:v>0.2273</c:v>
                </c:pt>
                <c:pt idx="3">
                  <c:v>0</c:v>
                </c:pt>
                <c:pt idx="4">
                  <c:v>0.93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6A-4778-82E8-519AA4BB44BC}"/>
            </c:ext>
          </c:extLst>
        </c:ser>
        <c:ser>
          <c:idx val="5"/>
          <c:order val="5"/>
          <c:tx>
            <c:strRef>
              <c:f>'[Bike^120Sharing^120Project (Recovered).xlsx]Append1'!$AA$10</c:f>
              <c:strCache>
                <c:ptCount val="1"/>
                <c:pt idx="0">
                  <c:v>Standard Deviation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(Recovered).xlsx]Append1'!$AB$10:$AN$10</c:f>
              <c:numCache>
                <c:formatCode>General</c:formatCode>
                <c:ptCount val="13"/>
                <c:pt idx="0">
                  <c:v>7.8977385544392681E-2</c:v>
                </c:pt>
                <c:pt idx="1">
                  <c:v>0</c:v>
                </c:pt>
                <c:pt idx="2">
                  <c:v>7.9374826087723407E-2</c:v>
                </c:pt>
                <c:pt idx="3">
                  <c:v>0</c:v>
                </c:pt>
                <c:pt idx="4">
                  <c:v>0.18797708632964827</c:v>
                </c:pt>
                <c:pt idx="5">
                  <c:v>0</c:v>
                </c:pt>
                <c:pt idx="6">
                  <c:v>0.12912606627362996</c:v>
                </c:pt>
                <c:pt idx="7">
                  <c:v>0</c:v>
                </c:pt>
                <c:pt idx="8">
                  <c:v>7.6438987557520797</c:v>
                </c:pt>
                <c:pt idx="9">
                  <c:v>0</c:v>
                </c:pt>
                <c:pt idx="10">
                  <c:v>47.893967711426278</c:v>
                </c:pt>
                <c:pt idx="11">
                  <c:v>0</c:v>
                </c:pt>
                <c:pt idx="12">
                  <c:v>50.985557867999354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56A-4778-82E8-519AA4BB44BC}"/>
            </c:ext>
          </c:extLst>
        </c:ser>
        <c:ser>
          <c:idx val="6"/>
          <c:order val="6"/>
          <c:tx>
            <c:strRef>
              <c:f>'[Bike^120Sharing^120Project (Recovered).xlsx]Append1'!$AA$11</c:f>
              <c:strCache>
                <c:ptCount val="1"/>
                <c:pt idx="0">
                  <c:v>Sample Variance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(Recovered).xlsx]Append1'!$AB$11:$AN$11</c:f>
              <c:numCache>
                <c:formatCode>General</c:formatCode>
                <c:ptCount val="13"/>
                <c:pt idx="0">
                  <c:v>6.2374274274276456E-3</c:v>
                </c:pt>
                <c:pt idx="1">
                  <c:v>0</c:v>
                </c:pt>
                <c:pt idx="2">
                  <c:v>6.300363016456337E-3</c:v>
                </c:pt>
                <c:pt idx="3">
                  <c:v>0</c:v>
                </c:pt>
                <c:pt idx="4">
                  <c:v>3.5335384984984043E-2</c:v>
                </c:pt>
                <c:pt idx="5">
                  <c:v>0</c:v>
                </c:pt>
                <c:pt idx="6">
                  <c:v>1.6673540991301875E-2</c:v>
                </c:pt>
                <c:pt idx="7">
                  <c:v>0</c:v>
                </c:pt>
                <c:pt idx="8">
                  <c:v>58.429188188188185</c:v>
                </c:pt>
                <c:pt idx="9">
                  <c:v>0</c:v>
                </c:pt>
                <c:pt idx="10">
                  <c:v>2293.8321431431432</c:v>
                </c:pt>
                <c:pt idx="11">
                  <c:v>0</c:v>
                </c:pt>
                <c:pt idx="12">
                  <c:v>2599.527111111111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56A-4778-82E8-519AA4BB44BC}"/>
            </c:ext>
          </c:extLst>
        </c:ser>
        <c:ser>
          <c:idx val="7"/>
          <c:order val="7"/>
          <c:tx>
            <c:strRef>
              <c:f>'[Bike^120Sharing^120Project (Recovered).xlsx]Append1'!$AA$12</c:f>
              <c:strCache>
                <c:ptCount val="1"/>
                <c:pt idx="0">
                  <c:v>Kurtosis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(Recovered).xlsx]Append1'!$AB$12:$AN$12</c:f>
              <c:numCache>
                <c:formatCode>General</c:formatCode>
                <c:ptCount val="13"/>
                <c:pt idx="0">
                  <c:v>0.77506113468998628</c:v>
                </c:pt>
                <c:pt idx="1">
                  <c:v>0</c:v>
                </c:pt>
                <c:pt idx="2">
                  <c:v>0.64694662867871999</c:v>
                </c:pt>
                <c:pt idx="3">
                  <c:v>0</c:v>
                </c:pt>
                <c:pt idx="4">
                  <c:v>-0.72312265429044098</c:v>
                </c:pt>
                <c:pt idx="5">
                  <c:v>0</c:v>
                </c:pt>
                <c:pt idx="6">
                  <c:v>-0.2098533612109148</c:v>
                </c:pt>
                <c:pt idx="7">
                  <c:v>0</c:v>
                </c:pt>
                <c:pt idx="8">
                  <c:v>15.097739783279556</c:v>
                </c:pt>
                <c:pt idx="9">
                  <c:v>0</c:v>
                </c:pt>
                <c:pt idx="10">
                  <c:v>1.6425062532387078</c:v>
                </c:pt>
                <c:pt idx="11">
                  <c:v>0</c:v>
                </c:pt>
                <c:pt idx="12">
                  <c:v>1.0266606324511431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56A-4778-82E8-519AA4BB44BC}"/>
            </c:ext>
          </c:extLst>
        </c:ser>
        <c:ser>
          <c:idx val="8"/>
          <c:order val="8"/>
          <c:tx>
            <c:strRef>
              <c:f>'[Bike^120Sharing^120Project (Recovered).xlsx]Append1'!$AA$13</c:f>
              <c:strCache>
                <c:ptCount val="1"/>
                <c:pt idx="0">
                  <c:v>Skewness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(Recovered).xlsx]Append1'!$AB$13:$AN$13</c:f>
              <c:numCache>
                <c:formatCode>General</c:formatCode>
                <c:ptCount val="13"/>
                <c:pt idx="0">
                  <c:v>0.54799688242036793</c:v>
                </c:pt>
                <c:pt idx="1">
                  <c:v>0</c:v>
                </c:pt>
                <c:pt idx="2">
                  <c:v>0.50012699840756658</c:v>
                </c:pt>
                <c:pt idx="3">
                  <c:v>0</c:v>
                </c:pt>
                <c:pt idx="4">
                  <c:v>0.43689346451282174</c:v>
                </c:pt>
                <c:pt idx="5">
                  <c:v>0</c:v>
                </c:pt>
                <c:pt idx="6">
                  <c:v>0.43367506246880855</c:v>
                </c:pt>
                <c:pt idx="7">
                  <c:v>0</c:v>
                </c:pt>
                <c:pt idx="8">
                  <c:v>3.4141050413066441</c:v>
                </c:pt>
                <c:pt idx="9">
                  <c:v>0</c:v>
                </c:pt>
                <c:pt idx="10">
                  <c:v>1.296723304637722</c:v>
                </c:pt>
                <c:pt idx="11">
                  <c:v>0</c:v>
                </c:pt>
                <c:pt idx="12">
                  <c:v>1.1377091237001229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456A-4778-82E8-519AA4BB44BC}"/>
            </c:ext>
          </c:extLst>
        </c:ser>
        <c:ser>
          <c:idx val="9"/>
          <c:order val="9"/>
          <c:tx>
            <c:strRef>
              <c:f>'[Bike^120Sharing^120Project (Recovered).xlsx]Append1'!$AA$14</c:f>
              <c:strCache>
                <c:ptCount val="1"/>
                <c:pt idx="0">
                  <c:v>Range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(Recovered).xlsx]Append1'!$AB$14:$AN$14</c:f>
              <c:numCache>
                <c:formatCode>General</c:formatCode>
                <c:ptCount val="13"/>
                <c:pt idx="0">
                  <c:v>0.44</c:v>
                </c:pt>
                <c:pt idx="1">
                  <c:v>0</c:v>
                </c:pt>
                <c:pt idx="2">
                  <c:v>0.45450000000000002</c:v>
                </c:pt>
                <c:pt idx="3">
                  <c:v>0</c:v>
                </c:pt>
                <c:pt idx="4">
                  <c:v>0.79</c:v>
                </c:pt>
                <c:pt idx="5">
                  <c:v>0</c:v>
                </c:pt>
                <c:pt idx="6">
                  <c:v>0.58209999999999995</c:v>
                </c:pt>
                <c:pt idx="7">
                  <c:v>0</c:v>
                </c:pt>
                <c:pt idx="8">
                  <c:v>62</c:v>
                </c:pt>
                <c:pt idx="9">
                  <c:v>0</c:v>
                </c:pt>
                <c:pt idx="10">
                  <c:v>247</c:v>
                </c:pt>
                <c:pt idx="11">
                  <c:v>0</c:v>
                </c:pt>
                <c:pt idx="12">
                  <c:v>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56A-4778-82E8-519AA4BB44BC}"/>
            </c:ext>
          </c:extLst>
        </c:ser>
        <c:ser>
          <c:idx val="10"/>
          <c:order val="10"/>
          <c:tx>
            <c:strRef>
              <c:f>'[Bike^120Sharing^120Project (Recovered).xlsx]Append1'!$AA$15</c:f>
              <c:strCache>
                <c:ptCount val="1"/>
                <c:pt idx="0">
                  <c:v>Minimum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(Recovered).xlsx]Append1'!$AB$15:$AN$15</c:f>
              <c:numCache>
                <c:formatCode>General</c:formatCode>
                <c:ptCount val="13"/>
                <c:pt idx="0">
                  <c:v>0.02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0.21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456A-4778-82E8-519AA4BB44BC}"/>
            </c:ext>
          </c:extLst>
        </c:ser>
        <c:ser>
          <c:idx val="11"/>
          <c:order val="11"/>
          <c:tx>
            <c:strRef>
              <c:f>'[Bike^120Sharing^120Project (Recovered).xlsx]Append1'!$AA$16</c:f>
              <c:strCache>
                <c:ptCount val="1"/>
                <c:pt idx="0">
                  <c:v>Maximum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(Recovered).xlsx]Append1'!$AB$16:$AN$16</c:f>
              <c:numCache>
                <c:formatCode>General</c:formatCode>
                <c:ptCount val="13"/>
                <c:pt idx="0">
                  <c:v>0.46</c:v>
                </c:pt>
                <c:pt idx="1">
                  <c:v>0</c:v>
                </c:pt>
                <c:pt idx="2">
                  <c:v>0.45450000000000002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0.58209999999999995</c:v>
                </c:pt>
                <c:pt idx="7">
                  <c:v>0</c:v>
                </c:pt>
                <c:pt idx="8">
                  <c:v>62</c:v>
                </c:pt>
                <c:pt idx="9">
                  <c:v>0</c:v>
                </c:pt>
                <c:pt idx="10">
                  <c:v>247</c:v>
                </c:pt>
                <c:pt idx="11">
                  <c:v>0</c:v>
                </c:pt>
                <c:pt idx="12">
                  <c:v>249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456A-4778-82E8-519AA4BB44BC}"/>
            </c:ext>
          </c:extLst>
        </c:ser>
        <c:ser>
          <c:idx val="12"/>
          <c:order val="12"/>
          <c:tx>
            <c:strRef>
              <c:f>'[Bike^120Sharing^120Project (Recovered).xlsx]Append1'!$AA$17</c:f>
              <c:strCache>
                <c:ptCount val="1"/>
                <c:pt idx="0">
                  <c:v>Sum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(Recovered).xlsx]Append1'!$AB$17:$AN$17</c:f>
              <c:numCache>
                <c:formatCode>General</c:formatCode>
                <c:ptCount val="13"/>
                <c:pt idx="0">
                  <c:v>205.89999999999961</c:v>
                </c:pt>
                <c:pt idx="1">
                  <c:v>0</c:v>
                </c:pt>
                <c:pt idx="2">
                  <c:v>214.27160000000046</c:v>
                </c:pt>
                <c:pt idx="3">
                  <c:v>0</c:v>
                </c:pt>
                <c:pt idx="4">
                  <c:v>582.48000000000036</c:v>
                </c:pt>
                <c:pt idx="5">
                  <c:v>0</c:v>
                </c:pt>
                <c:pt idx="6">
                  <c:v>194.93129999999903</c:v>
                </c:pt>
                <c:pt idx="7">
                  <c:v>0</c:v>
                </c:pt>
                <c:pt idx="8">
                  <c:v>4921</c:v>
                </c:pt>
                <c:pt idx="9">
                  <c:v>0</c:v>
                </c:pt>
                <c:pt idx="10">
                  <c:v>53383</c:v>
                </c:pt>
                <c:pt idx="11">
                  <c:v>0</c:v>
                </c:pt>
                <c:pt idx="12">
                  <c:v>58304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456A-4778-82E8-519AA4BB44BC}"/>
            </c:ext>
          </c:extLst>
        </c:ser>
        <c:ser>
          <c:idx val="13"/>
          <c:order val="13"/>
          <c:tx>
            <c:strRef>
              <c:f>'[Bike^120Sharing^120Project (Recovered).xlsx]Append1'!$AA$18</c:f>
              <c:strCache>
                <c:ptCount val="1"/>
                <c:pt idx="0">
                  <c:v>Count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'[Bike^120Sharing^120Project (Recovered).xlsx]Append1'!$AB$4:$AN$4</c:f>
              <c:strCache>
                <c:ptCount val="12"/>
                <c:pt idx="1">
                  <c:v>atemp</c:v>
                </c:pt>
                <c:pt idx="3">
                  <c:v>hum</c:v>
                </c:pt>
                <c:pt idx="5">
                  <c:v>windspeed</c:v>
                </c:pt>
                <c:pt idx="7">
                  <c:v>casual</c:v>
                </c:pt>
                <c:pt idx="9">
                  <c:v>registered</c:v>
                </c:pt>
                <c:pt idx="11">
                  <c:v>cnt</c:v>
                </c:pt>
              </c:strCache>
            </c:strRef>
          </c:cat>
          <c:val>
            <c:numRef>
              <c:f>'[Bike^120Sharing^120Project (Recovered).xlsx]Append1'!$AB$18:$AN$18</c:f>
              <c:numCache>
                <c:formatCode>General</c:formatCode>
                <c:ptCount val="13"/>
                <c:pt idx="0">
                  <c:v>1000</c:v>
                </c:pt>
                <c:pt idx="1">
                  <c:v>0</c:v>
                </c:pt>
                <c:pt idx="2">
                  <c:v>1000</c:v>
                </c:pt>
                <c:pt idx="3">
                  <c:v>0</c:v>
                </c:pt>
                <c:pt idx="4">
                  <c:v>1000</c:v>
                </c:pt>
                <c:pt idx="5">
                  <c:v>0</c:v>
                </c:pt>
                <c:pt idx="6">
                  <c:v>1000</c:v>
                </c:pt>
                <c:pt idx="7">
                  <c:v>0</c:v>
                </c:pt>
                <c:pt idx="8">
                  <c:v>1000</c:v>
                </c:pt>
                <c:pt idx="9">
                  <c:v>0</c:v>
                </c:pt>
                <c:pt idx="10">
                  <c:v>1000</c:v>
                </c:pt>
                <c:pt idx="11">
                  <c:v>0</c:v>
                </c:pt>
                <c:pt idx="12">
                  <c:v>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456A-4778-82E8-519AA4BB4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6949200"/>
        <c:axId val="1991512111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'[Bike^120Sharing^120Project (Recovered).xlsx]Append1'!$AA$5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'[Bike^120Sharing^120Project (Recovered).xlsx]Append1'!$AB$4:$AN$4</c15:sqref>
                        </c15:formulaRef>
                      </c:ext>
                    </c:extLst>
                    <c:strCache>
                      <c:ptCount val="12"/>
                      <c:pt idx="1">
                        <c:v>atemp</c:v>
                      </c:pt>
                      <c:pt idx="3">
                        <c:v>hum</c:v>
                      </c:pt>
                      <c:pt idx="5">
                        <c:v>windspeed</c:v>
                      </c:pt>
                      <c:pt idx="7">
                        <c:v>casual</c:v>
                      </c:pt>
                      <c:pt idx="9">
                        <c:v>registered</c:v>
                      </c:pt>
                      <c:pt idx="11">
                        <c:v>cnt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'[Bike^120Sharing^120Project (Recovered).xlsx]Append1'!$AB$5:$AN$5</c15:sqref>
                        </c15:formulaRef>
                      </c:ext>
                    </c:extLst>
                    <c:numCache>
                      <c:formatCode>General</c:formatCode>
                      <c:ptCount val="13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D-456A-4778-82E8-519AA4BB44BC}"/>
                  </c:ext>
                </c:extLst>
              </c15:ser>
            </c15:filteredLineSeries>
          </c:ext>
        </c:extLst>
      </c:lineChart>
      <c:catAx>
        <c:axId val="916949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1512111"/>
        <c:crosses val="autoZero"/>
        <c:auto val="1"/>
        <c:lblAlgn val="ctr"/>
        <c:lblOffset val="100"/>
        <c:noMultiLvlLbl val="0"/>
      </c:catAx>
      <c:valAx>
        <c:axId val="1991512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6949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8420524305041925"/>
          <c:y val="0.20299190091180686"/>
          <c:w val="0.10902083594096697"/>
          <c:h val="0.7580492844926202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CORRELATION</a:t>
            </a:r>
            <a:r>
              <a:rPr lang="en-US" sz="1600" b="1" baseline="0" dirty="0"/>
              <a:t> ANALYSIS</a:t>
            </a:r>
            <a:endParaRPr lang="en-IN" sz="16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'[Bike^120Sharing^120Project (Recovered).xlsx]Append1'!$AB$26</c:f>
              <c:strCache>
                <c:ptCount val="1"/>
                <c:pt idx="0">
                  <c:v>temp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'[Bike^120Sharing^120Project (Recovered).xlsx]Append1'!$AC$25:$AI$25</c:f>
              <c:strCache>
                <c:ptCount val="7"/>
                <c:pt idx="0">
                  <c:v>temp</c:v>
                </c:pt>
                <c:pt idx="1">
                  <c:v>atemp</c:v>
                </c:pt>
                <c:pt idx="2">
                  <c:v>hum</c:v>
                </c:pt>
                <c:pt idx="3">
                  <c:v>windspeed</c:v>
                </c:pt>
                <c:pt idx="4">
                  <c:v>casual</c:v>
                </c:pt>
                <c:pt idx="5">
                  <c:v>registered</c:v>
                </c:pt>
                <c:pt idx="6">
                  <c:v>cnt</c:v>
                </c:pt>
              </c:strCache>
            </c:strRef>
          </c:xVal>
          <c:yVal>
            <c:numRef>
              <c:f>'[Bike^120Sharing^120Project (Recovered).xlsx]Append1'!$AC$26:$AI$26</c:f>
              <c:numCache>
                <c:formatCode>General</c:formatCode>
                <c:ptCount val="7"/>
                <c:pt idx="0">
                  <c:v>1</c:v>
                </c:pt>
              </c:numCache>
            </c:numRef>
          </c:yVal>
          <c:bubbleSize>
            <c:numRef>
              <c:f>'[Bike^120Sharing^120Project (Recovered).xlsx]Append1'!$AC$27:$AI$27</c:f>
              <c:numCache>
                <c:formatCode>General</c:formatCode>
                <c:ptCount val="7"/>
                <c:pt idx="0">
                  <c:v>0.91629766123396472</c:v>
                </c:pt>
                <c:pt idx="1">
                  <c:v>1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0-7302-4D23-9D00-43C55869CDEF}"/>
            </c:ext>
          </c:extLst>
        </c:ser>
        <c:ser>
          <c:idx val="1"/>
          <c:order val="1"/>
          <c:tx>
            <c:strRef>
              <c:f>'[Bike^120Sharing^120Project (Recovered).xlsx]Append1'!$AB$28</c:f>
              <c:strCache>
                <c:ptCount val="1"/>
                <c:pt idx="0">
                  <c:v>hum</c:v>
                </c:pt>
              </c:strCache>
            </c:strRef>
          </c:tx>
          <c:spPr>
            <a:solidFill>
              <a:schemeClr val="accent2">
                <a:alpha val="75000"/>
              </a:schemeClr>
            </a:solidFill>
            <a:ln w="2540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'[Bike^120Sharing^120Project (Recovered).xlsx]Append1'!$AC$25:$AI$25</c:f>
              <c:strCache>
                <c:ptCount val="7"/>
                <c:pt idx="0">
                  <c:v>temp</c:v>
                </c:pt>
                <c:pt idx="1">
                  <c:v>atemp</c:v>
                </c:pt>
                <c:pt idx="2">
                  <c:v>hum</c:v>
                </c:pt>
                <c:pt idx="3">
                  <c:v>windspeed</c:v>
                </c:pt>
                <c:pt idx="4">
                  <c:v>casual</c:v>
                </c:pt>
                <c:pt idx="5">
                  <c:v>registered</c:v>
                </c:pt>
                <c:pt idx="6">
                  <c:v>cnt</c:v>
                </c:pt>
              </c:strCache>
            </c:strRef>
          </c:xVal>
          <c:yVal>
            <c:numRef>
              <c:f>'[Bike^120Sharing^120Project (Recovered).xlsx]Append1'!$AC$28:$AI$28</c:f>
              <c:numCache>
                <c:formatCode>General</c:formatCode>
                <c:ptCount val="7"/>
                <c:pt idx="0">
                  <c:v>8.0720147162812214E-2</c:v>
                </c:pt>
                <c:pt idx="1">
                  <c:v>0.19544395644515686</c:v>
                </c:pt>
                <c:pt idx="2">
                  <c:v>1</c:v>
                </c:pt>
              </c:numCache>
            </c:numRef>
          </c:yVal>
          <c:bubbleSize>
            <c:numRef>
              <c:f>'[Bike^120Sharing^120Project (Recovered).xlsx]Append1'!$AC$29:$AI$29</c:f>
              <c:numCache>
                <c:formatCode>General</c:formatCode>
                <c:ptCount val="7"/>
                <c:pt idx="0">
                  <c:v>0.12262532562998485</c:v>
                </c:pt>
                <c:pt idx="1">
                  <c:v>-0.19695847990599794</c:v>
                </c:pt>
                <c:pt idx="2">
                  <c:v>-0.38555034700358864</c:v>
                </c:pt>
                <c:pt idx="3">
                  <c:v>1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1-7302-4D23-9D00-43C55869CDEF}"/>
            </c:ext>
          </c:extLst>
        </c:ser>
        <c:ser>
          <c:idx val="2"/>
          <c:order val="2"/>
          <c:tx>
            <c:strRef>
              <c:f>'[Bike^120Sharing^120Project (Recovered).xlsx]Append1'!$AB$30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chemeClr val="accent3">
                <a:alpha val="75000"/>
              </a:schemeClr>
            </a:solidFill>
            <a:ln w="25400"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6.3452913179565723E-2"/>
                  <c:y val="-3.21285140562248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302-4D23-9D00-43C55869CD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'[Bike^120Sharing^120Project (Recovered).xlsx]Append1'!$AC$25:$AI$25</c:f>
              <c:strCache>
                <c:ptCount val="7"/>
                <c:pt idx="0">
                  <c:v>temp</c:v>
                </c:pt>
                <c:pt idx="1">
                  <c:v>atemp</c:v>
                </c:pt>
                <c:pt idx="2">
                  <c:v>hum</c:v>
                </c:pt>
                <c:pt idx="3">
                  <c:v>windspeed</c:v>
                </c:pt>
                <c:pt idx="4">
                  <c:v>casual</c:v>
                </c:pt>
                <c:pt idx="5">
                  <c:v>registered</c:v>
                </c:pt>
                <c:pt idx="6">
                  <c:v>cnt</c:v>
                </c:pt>
              </c:strCache>
            </c:strRef>
          </c:xVal>
          <c:yVal>
            <c:numRef>
              <c:f>'[Bike^120Sharing^120Project (Recovered).xlsx]Append1'!$AC$30:$AI$30</c:f>
              <c:numCache>
                <c:formatCode>General</c:formatCode>
                <c:ptCount val="7"/>
                <c:pt idx="0">
                  <c:v>0.47022073160199324</c:v>
                </c:pt>
                <c:pt idx="1">
                  <c:v>0.407042418705159</c:v>
                </c:pt>
                <c:pt idx="2">
                  <c:v>-0.2594074545428624</c:v>
                </c:pt>
                <c:pt idx="3">
                  <c:v>0.12939194234487605</c:v>
                </c:pt>
                <c:pt idx="4">
                  <c:v>1</c:v>
                </c:pt>
              </c:numCache>
            </c:numRef>
          </c:yVal>
          <c:bubbleSize>
            <c:numRef>
              <c:f>'[Bike^120Sharing^120Project (Recovered).xlsx]Append1'!$AC$31:$AI$31</c:f>
              <c:numCache>
                <c:formatCode>General</c:formatCode>
                <c:ptCount val="7"/>
                <c:pt idx="0">
                  <c:v>0.16904504909761614</c:v>
                </c:pt>
                <c:pt idx="1">
                  <c:v>0.11510461187215733</c:v>
                </c:pt>
                <c:pt idx="2">
                  <c:v>-0.22937044088624536</c:v>
                </c:pt>
                <c:pt idx="3">
                  <c:v>9.0058728679306796E-2</c:v>
                </c:pt>
                <c:pt idx="4">
                  <c:v>0.33770561189314974</c:v>
                </c:pt>
                <c:pt idx="5">
                  <c:v>1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2-7302-4D23-9D00-43C55869CDEF}"/>
            </c:ext>
          </c:extLst>
        </c:ser>
        <c:ser>
          <c:idx val="3"/>
          <c:order val="3"/>
          <c:tx>
            <c:strRef>
              <c:f>'[Bike^120Sharing^120Project (Recovered).xlsx]Append1'!$AB$32</c:f>
              <c:strCache>
                <c:ptCount val="1"/>
                <c:pt idx="0">
                  <c:v>cnt</c:v>
                </c:pt>
              </c:strCache>
            </c:strRef>
          </c:tx>
          <c:spPr>
            <a:solidFill>
              <a:schemeClr val="accent4">
                <a:alpha val="75000"/>
              </a:schemeClr>
            </a:solidFill>
            <a:ln w="25400"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0.10219080178828334"/>
                  <c:y val="2.065404475043020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302-4D23-9D00-43C55869CD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'[Bike^120Sharing^120Project (Recovered).xlsx]Append1'!$AC$25:$AI$25</c:f>
              <c:strCache>
                <c:ptCount val="7"/>
                <c:pt idx="0">
                  <c:v>temp</c:v>
                </c:pt>
                <c:pt idx="1">
                  <c:v>atemp</c:v>
                </c:pt>
                <c:pt idx="2">
                  <c:v>hum</c:v>
                </c:pt>
                <c:pt idx="3">
                  <c:v>windspeed</c:v>
                </c:pt>
                <c:pt idx="4">
                  <c:v>casual</c:v>
                </c:pt>
                <c:pt idx="5">
                  <c:v>registered</c:v>
                </c:pt>
                <c:pt idx="6">
                  <c:v>cnt</c:v>
                </c:pt>
              </c:strCache>
            </c:strRef>
          </c:xVal>
          <c:yVal>
            <c:numRef>
              <c:f>'[Bike^120Sharing^120Project (Recovered).xlsx]Append1'!$AC$32:$AI$32</c:f>
              <c:numCache>
                <c:formatCode>General</c:formatCode>
                <c:ptCount val="7"/>
                <c:pt idx="0">
                  <c:v>0.22929155386993369</c:v>
                </c:pt>
                <c:pt idx="1">
                  <c:v>0.16915000958993009</c:v>
                </c:pt>
                <c:pt idx="2">
                  <c:v>-0.25435329828790432</c:v>
                </c:pt>
                <c:pt idx="3">
                  <c:v>0.10399668008577614</c:v>
                </c:pt>
                <c:pt idx="4">
                  <c:v>0.46715111933058207</c:v>
                </c:pt>
                <c:pt idx="5">
                  <c:v>0.98999319275208175</c:v>
                </c:pt>
                <c:pt idx="6">
                  <c:v>1</c:v>
                </c:pt>
              </c:numCache>
            </c:numRef>
          </c:yVal>
          <c:bubbleSize>
            <c:numLit>
              <c:formatCode>General</c:formatCode>
              <c:ptCount val="7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</c:numLit>
          </c:bubbleSize>
          <c:bubble3D val="1"/>
          <c:extLst>
            <c:ext xmlns:c16="http://schemas.microsoft.com/office/drawing/2014/chart" uri="{C3380CC4-5D6E-409C-BE32-E72D297353CC}">
              <c16:uniqueId val="{00000003-7302-4D23-9D00-43C55869CDE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0"/>
        <c:axId val="48721311"/>
        <c:axId val="2126074640"/>
      </c:bubbleChart>
      <c:valAx>
        <c:axId val="4872131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074640"/>
        <c:crosses val="autoZero"/>
        <c:crossBetween val="midCat"/>
      </c:valAx>
      <c:valAx>
        <c:axId val="21260746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72131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'Forecast Sheet'!$B$1</c:f>
              <c:strCache>
                <c:ptCount val="1"/>
                <c:pt idx="0">
                  <c:v>Sum of Count</c:v>
                </c:pt>
              </c:strCache>
            </c:strRef>
          </c:tx>
          <c:spPr>
            <a:solidFill>
              <a:schemeClr val="accent1"/>
            </a:solidFill>
            <a:ln w="12700">
              <a:solidFill>
                <a:srgbClr val="FFFFFF"/>
              </a:solidFill>
              <a:prstDash val="solid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'Forecast Sheet'!$B$2:$B$75</c:f>
              <c:numCache>
                <c:formatCode>0</c:formatCode>
                <c:ptCount val="74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1433</c:v>
                </c:pt>
                <c:pt idx="44">
                  <c:v>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DC-40A0-99DD-838714A95CD6}"/>
            </c:ext>
          </c:extLst>
        </c:ser>
        <c:ser>
          <c:idx val="1"/>
          <c:order val="1"/>
          <c:tx>
            <c:strRef>
              <c:f>'Forecast Sheet'!$C$1</c:f>
              <c:strCache>
                <c:ptCount val="1"/>
                <c:pt idx="0">
                  <c:v>Forecast(Sum of Count)</c:v>
                </c:pt>
              </c:strCache>
            </c:strRef>
          </c:tx>
          <c:spPr>
            <a:solidFill>
              <a:schemeClr val="accent2"/>
            </a:solidFill>
            <a:ln w="12700">
              <a:solidFill>
                <a:srgbClr val="FFFFFF"/>
              </a:solidFill>
              <a:prstDash val="solid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'Forecast Sheet'!$A$2:$A$75</c:f>
              <c:numCache>
                <c:formatCode>[$-409]d\-mmm;@</c:formatCode>
                <c:ptCount val="74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  <c:pt idx="57">
                  <c:v>40601</c:v>
                </c:pt>
                <c:pt idx="58">
                  <c:v>40602</c:v>
                </c:pt>
                <c:pt idx="59">
                  <c:v>40603</c:v>
                </c:pt>
                <c:pt idx="60">
                  <c:v>40604</c:v>
                </c:pt>
                <c:pt idx="61">
                  <c:v>40605</c:v>
                </c:pt>
                <c:pt idx="62">
                  <c:v>40606</c:v>
                </c:pt>
                <c:pt idx="63">
                  <c:v>40607</c:v>
                </c:pt>
                <c:pt idx="64">
                  <c:v>40608</c:v>
                </c:pt>
                <c:pt idx="65">
                  <c:v>40609</c:v>
                </c:pt>
                <c:pt idx="66">
                  <c:v>40610</c:v>
                </c:pt>
                <c:pt idx="67">
                  <c:v>40611</c:v>
                </c:pt>
                <c:pt idx="68">
                  <c:v>40612</c:v>
                </c:pt>
                <c:pt idx="69">
                  <c:v>40613</c:v>
                </c:pt>
                <c:pt idx="70">
                  <c:v>40614</c:v>
                </c:pt>
                <c:pt idx="71">
                  <c:v>40615</c:v>
                </c:pt>
                <c:pt idx="72">
                  <c:v>40616</c:v>
                </c:pt>
                <c:pt idx="73">
                  <c:v>40617</c:v>
                </c:pt>
              </c:numCache>
            </c:numRef>
          </c:cat>
          <c:val>
            <c:numRef>
              <c:f>'Forecast Sheet'!$C$2:$C$75</c:f>
              <c:numCache>
                <c:formatCode>General</c:formatCode>
                <c:ptCount val="74"/>
                <c:pt idx="45" formatCode="0">
                  <c:v>1369.171560393318</c:v>
                </c:pt>
                <c:pt idx="46" formatCode="0">
                  <c:v>1374.0655189776348</c:v>
                </c:pt>
                <c:pt idx="47" formatCode="0">
                  <c:v>1378.9594775619516</c:v>
                </c:pt>
                <c:pt idx="48" formatCode="0">
                  <c:v>1383.8534361462685</c:v>
                </c:pt>
                <c:pt idx="49" formatCode="0">
                  <c:v>1388.7473947305853</c:v>
                </c:pt>
                <c:pt idx="50" formatCode="0">
                  <c:v>1393.6413533149021</c:v>
                </c:pt>
                <c:pt idx="51" formatCode="0">
                  <c:v>1398.5353118992189</c:v>
                </c:pt>
                <c:pt idx="52" formatCode="0">
                  <c:v>1403.4292704835357</c:v>
                </c:pt>
                <c:pt idx="53" formatCode="0">
                  <c:v>1408.3232290678525</c:v>
                </c:pt>
                <c:pt idx="54" formatCode="0">
                  <c:v>1413.2171876521693</c:v>
                </c:pt>
                <c:pt idx="55" formatCode="0">
                  <c:v>1418.1111462364861</c:v>
                </c:pt>
                <c:pt idx="56" formatCode="0">
                  <c:v>1423.0051048208027</c:v>
                </c:pt>
                <c:pt idx="57" formatCode="0">
                  <c:v>1427.8990634051195</c:v>
                </c:pt>
                <c:pt idx="58" formatCode="0">
                  <c:v>1432.7930219894363</c:v>
                </c:pt>
                <c:pt idx="59" formatCode="0">
                  <c:v>1437.6869805737531</c:v>
                </c:pt>
                <c:pt idx="60" formatCode="0">
                  <c:v>1442.5809391580699</c:v>
                </c:pt>
                <c:pt idx="61" formatCode="0">
                  <c:v>1447.4748977423867</c:v>
                </c:pt>
                <c:pt idx="62" formatCode="0">
                  <c:v>1452.3688563267035</c:v>
                </c:pt>
                <c:pt idx="63" formatCode="0">
                  <c:v>1457.2628149110203</c:v>
                </c:pt>
                <c:pt idx="64" formatCode="0">
                  <c:v>1462.1567734953371</c:v>
                </c:pt>
                <c:pt idx="65" formatCode="0">
                  <c:v>1467.0507320796539</c:v>
                </c:pt>
                <c:pt idx="66" formatCode="0">
                  <c:v>1471.9446906639707</c:v>
                </c:pt>
                <c:pt idx="67" formatCode="0">
                  <c:v>1476.8386492482875</c:v>
                </c:pt>
                <c:pt idx="68" formatCode="0">
                  <c:v>1481.7326078326043</c:v>
                </c:pt>
                <c:pt idx="69" formatCode="0">
                  <c:v>1486.6265664169212</c:v>
                </c:pt>
                <c:pt idx="70" formatCode="0">
                  <c:v>1491.520525001238</c:v>
                </c:pt>
                <c:pt idx="71" formatCode="0">
                  <c:v>1496.4144835855548</c:v>
                </c:pt>
                <c:pt idx="72" formatCode="0">
                  <c:v>1501.3084421698716</c:v>
                </c:pt>
                <c:pt idx="73" formatCode="0">
                  <c:v>1506.2024007541884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DC-40A0-99DD-838714A95C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778395007"/>
        <c:axId val="778386847"/>
      </c:barChart>
      <c:catAx>
        <c:axId val="778395007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8386847"/>
        <c:crosses val="autoZero"/>
        <c:auto val="1"/>
        <c:lblAlgn val="ctr"/>
        <c:lblOffset val="100"/>
        <c:noMultiLvlLbl val="0"/>
      </c:catAx>
      <c:valAx>
        <c:axId val="778386847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778395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project.xlsx]Anomaly Detection!PivotTable21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 w="28575" cap="sq">
            <a:solidFill>
              <a:schemeClr val="accent2">
                <a:lumMod val="75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sq">
            <a:solidFill>
              <a:schemeClr val="accent2">
                <a:lumMod val="75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sq">
            <a:solidFill>
              <a:schemeClr val="accent2">
                <a:lumMod val="75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'Anomaly Detection'!$Q$1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sq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'Anomaly Detection'!$P$2:$P$47</c:f>
              <c:strCache>
                <c:ptCount val="45"/>
                <c:pt idx="0">
                  <c:v>1-Jan</c:v>
                </c:pt>
                <c:pt idx="1">
                  <c:v>2-Jan</c:v>
                </c:pt>
                <c:pt idx="2">
                  <c:v>3-Jan</c:v>
                </c:pt>
                <c:pt idx="3">
                  <c:v>4-Jan</c:v>
                </c:pt>
                <c:pt idx="4">
                  <c:v>5-Jan</c:v>
                </c:pt>
                <c:pt idx="5">
                  <c:v>6-Jan</c:v>
                </c:pt>
                <c:pt idx="6">
                  <c:v>7-Jan</c:v>
                </c:pt>
                <c:pt idx="7">
                  <c:v>8-Jan</c:v>
                </c:pt>
                <c:pt idx="8">
                  <c:v>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1-Feb</c:v>
                </c:pt>
                <c:pt idx="32">
                  <c:v>2-Feb</c:v>
                </c:pt>
                <c:pt idx="33">
                  <c:v>3-Feb</c:v>
                </c:pt>
                <c:pt idx="34">
                  <c:v>4-Feb</c:v>
                </c:pt>
                <c:pt idx="35">
                  <c:v>5-Feb</c:v>
                </c:pt>
                <c:pt idx="36">
                  <c:v>6-Feb</c:v>
                </c:pt>
                <c:pt idx="37">
                  <c:v>7-Feb</c:v>
                </c:pt>
                <c:pt idx="38">
                  <c:v>8-Feb</c:v>
                </c:pt>
                <c:pt idx="39">
                  <c:v>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'Anomaly Detection'!$Q$2:$Q$47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1433</c:v>
                </c:pt>
                <c:pt idx="44">
                  <c:v>147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AD-4CA4-8C1A-1C7F96A9488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3278672"/>
        <c:axId val="93278192"/>
      </c:lineChart>
      <c:catAx>
        <c:axId val="93278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93278192"/>
        <c:crosses val="autoZero"/>
        <c:auto val="1"/>
        <c:lblAlgn val="ctr"/>
        <c:lblOffset val="100"/>
        <c:noMultiLvlLbl val="0"/>
      </c:catAx>
      <c:valAx>
        <c:axId val="932781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3278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38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defRPr sz="900" kern="1200" spc="3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lumMod val="85000"/>
          </a:schemeClr>
        </a:solidFill>
        <a:round/>
      </a:ln>
    </cs:spPr>
    <cs:defRPr sz="1000" kern="1200"/>
  </cs:chartArea>
  <cs:dataLabel>
    <cs:lnRef idx="0"/>
    <cs:fillRef idx="0">
      <cs:styleClr val="0"/>
    </cs:fillRef>
    <cs:effectRef idx="0"/>
    <cs:fontRef idx="minor">
      <a:schemeClr val="lt1"/>
    </cs:fontRef>
    <cs:spPr>
      <a:solidFill>
        <a:schemeClr val="phClr"/>
      </a:solidFill>
    </cs:spPr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25400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4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81110F-5A79-4903-B188-DC8864E316EB}" type="doc">
      <dgm:prSet loTypeId="urn:microsoft.com/office/officeart/2005/8/layout/vList3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CDF04C-7AEC-4CB6-9D82-7BCDFA68711B}">
      <dgm:prSet/>
      <dgm:spPr/>
      <dgm:t>
        <a:bodyPr/>
        <a:lstStyle/>
        <a:p>
          <a:r>
            <a:rPr lang="en-US" b="1" dirty="0"/>
            <a:t>Thank   You</a:t>
          </a:r>
          <a:endParaRPr lang="en-US" dirty="0"/>
        </a:p>
      </dgm:t>
    </dgm:pt>
    <dgm:pt modelId="{312806A9-6B65-4F80-8095-5B29FECAEC45}" type="parTrans" cxnId="{6ADAB57E-E1F9-47EE-9A9E-6D8A6E8EA181}">
      <dgm:prSet/>
      <dgm:spPr/>
      <dgm:t>
        <a:bodyPr/>
        <a:lstStyle/>
        <a:p>
          <a:endParaRPr lang="en-US"/>
        </a:p>
      </dgm:t>
    </dgm:pt>
    <dgm:pt modelId="{DCB44D68-59EF-4701-944A-2C47C89E81B8}" type="sibTrans" cxnId="{6ADAB57E-E1F9-47EE-9A9E-6D8A6E8EA181}">
      <dgm:prSet/>
      <dgm:spPr/>
      <dgm:t>
        <a:bodyPr/>
        <a:lstStyle/>
        <a:p>
          <a:endParaRPr lang="en-US"/>
        </a:p>
      </dgm:t>
    </dgm:pt>
    <dgm:pt modelId="{816007E4-9047-4119-B32F-4B447491850D}" type="pres">
      <dgm:prSet presAssocID="{5681110F-5A79-4903-B188-DC8864E316EB}" presName="linearFlow" presStyleCnt="0">
        <dgm:presLayoutVars>
          <dgm:dir/>
          <dgm:resizeHandles val="exact"/>
        </dgm:presLayoutVars>
      </dgm:prSet>
      <dgm:spPr/>
    </dgm:pt>
    <dgm:pt modelId="{C9FB9065-DC90-4477-8775-FAC2B646127D}" type="pres">
      <dgm:prSet presAssocID="{C6CDF04C-7AEC-4CB6-9D82-7BCDFA68711B}" presName="composite" presStyleCnt="0"/>
      <dgm:spPr/>
    </dgm:pt>
    <dgm:pt modelId="{388A6B34-6B4C-4DF5-9124-C9A7638D1972}" type="pres">
      <dgm:prSet presAssocID="{C6CDF04C-7AEC-4CB6-9D82-7BCDFA68711B}" presName="imgShp" presStyleLbl="fgImgPlace1" presStyleIdx="0" presStyleCnt="1" custScaleX="104970" custScaleY="98722" custLinFactNeighborX="-18846" custLinFactNeighborY="-3903"/>
      <dgm:spPr>
        <a:blipFill>
          <a:blip xmlns:r="http://schemas.openxmlformats.org/officeDocument/2006/relationships" r:embed="rId1"/>
          <a:srcRect/>
          <a:stretch>
            <a:fillRect t="-1000" b="-1000"/>
          </a:stretch>
        </a:blipFill>
      </dgm:spPr>
    </dgm:pt>
    <dgm:pt modelId="{16E2C64A-4224-4CFA-91D7-14D091EBA617}" type="pres">
      <dgm:prSet presAssocID="{C6CDF04C-7AEC-4CB6-9D82-7BCDFA68711B}" presName="txShp" presStyleLbl="node1" presStyleIdx="0" presStyleCnt="1" custLinFactNeighborX="3026" custLinFactNeighborY="1575">
        <dgm:presLayoutVars>
          <dgm:bulletEnabled val="1"/>
        </dgm:presLayoutVars>
      </dgm:prSet>
      <dgm:spPr/>
    </dgm:pt>
  </dgm:ptLst>
  <dgm:cxnLst>
    <dgm:cxn modelId="{EB287705-890B-4134-A3CD-47F2C5AE892A}" type="presOf" srcId="{5681110F-5A79-4903-B188-DC8864E316EB}" destId="{816007E4-9047-4119-B32F-4B447491850D}" srcOrd="0" destOrd="0" presId="urn:microsoft.com/office/officeart/2005/8/layout/vList3"/>
    <dgm:cxn modelId="{F95B6F47-637D-4610-AC01-F8711DB40428}" type="presOf" srcId="{C6CDF04C-7AEC-4CB6-9D82-7BCDFA68711B}" destId="{16E2C64A-4224-4CFA-91D7-14D091EBA617}" srcOrd="0" destOrd="0" presId="urn:microsoft.com/office/officeart/2005/8/layout/vList3"/>
    <dgm:cxn modelId="{6ADAB57E-E1F9-47EE-9A9E-6D8A6E8EA181}" srcId="{5681110F-5A79-4903-B188-DC8864E316EB}" destId="{C6CDF04C-7AEC-4CB6-9D82-7BCDFA68711B}" srcOrd="0" destOrd="0" parTransId="{312806A9-6B65-4F80-8095-5B29FECAEC45}" sibTransId="{DCB44D68-59EF-4701-944A-2C47C89E81B8}"/>
    <dgm:cxn modelId="{18068B7F-E591-423E-AE2A-2BEEE35C9B20}" type="presParOf" srcId="{816007E4-9047-4119-B32F-4B447491850D}" destId="{C9FB9065-DC90-4477-8775-FAC2B646127D}" srcOrd="0" destOrd="0" presId="urn:microsoft.com/office/officeart/2005/8/layout/vList3"/>
    <dgm:cxn modelId="{B834DBC4-9F9A-4638-878F-5C44FEA2B147}" type="presParOf" srcId="{C9FB9065-DC90-4477-8775-FAC2B646127D}" destId="{388A6B34-6B4C-4DF5-9124-C9A7638D1972}" srcOrd="0" destOrd="0" presId="urn:microsoft.com/office/officeart/2005/8/layout/vList3"/>
    <dgm:cxn modelId="{113E891D-9425-4238-AC08-8F041B76E6F4}" type="presParOf" srcId="{C9FB9065-DC90-4477-8775-FAC2B646127D}" destId="{16E2C64A-4224-4CFA-91D7-14D091EBA61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E2C64A-4224-4CFA-91D7-14D091EBA617}">
      <dsp:nvSpPr>
        <dsp:cNvPr id="0" name=""/>
        <dsp:cNvSpPr/>
      </dsp:nvSpPr>
      <dsp:spPr>
        <a:xfrm rot="10800000">
          <a:off x="2722016" y="1331454"/>
          <a:ext cx="6569542" cy="3309468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59384" tIns="247650" rIns="46228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 dirty="0"/>
            <a:t>Thank   You</a:t>
          </a:r>
          <a:endParaRPr lang="en-US" sz="6500" kern="1200" dirty="0"/>
        </a:p>
      </dsp:txBody>
      <dsp:txXfrm rot="10800000">
        <a:off x="3549383" y="1331454"/>
        <a:ext cx="5742175" cy="3309468"/>
      </dsp:txXfrm>
    </dsp:sp>
    <dsp:sp modelId="{388A6B34-6B4C-4DF5-9124-C9A7638D1972}">
      <dsp:nvSpPr>
        <dsp:cNvPr id="0" name=""/>
        <dsp:cNvSpPr/>
      </dsp:nvSpPr>
      <dsp:spPr>
        <a:xfrm>
          <a:off x="162544" y="1171309"/>
          <a:ext cx="3473949" cy="3267173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t="-1000" b="-1000"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svg"/></Relationships>
</file>

<file path=ppt/drawings/_rels/vmlDrawing1.v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image" Target="../media/image8.png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8" Type="http://schemas.openxmlformats.org/officeDocument/2006/relationships/image" Target="../media/image15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0.11423</cdr:x>
      <cdr:y>0.25738</cdr:y>
    </cdr:to>
    <cdr:pic>
      <cdr:nvPicPr>
        <cdr:cNvPr id="2" name="Graphic 5" descr="Fireworks with solid fill">
          <a:extLst xmlns:a="http://schemas.openxmlformats.org/drawingml/2006/main">
            <a:ext uri="{FF2B5EF4-FFF2-40B4-BE49-F238E27FC236}">
              <a16:creationId xmlns:a16="http://schemas.microsoft.com/office/drawing/2014/main" id="{C69A67D2-8747-35D0-7749-8A8F9B83D73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>
          <a:extLst>
            <a:ext uri="{96DAC541-7B7A-43D3-8B79-37D633B846F1}">
              <asvg:svgBlip xmlns:asvg="http://schemas.microsoft.com/office/drawing/2016/SVG/main" r:embed="rId1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64820" cy="464820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5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45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7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9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2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3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7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40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34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2286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4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94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24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94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9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5A7675-272A-452E-859A-A829567E70E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259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  <p:sldLayoutId id="2147484038" r:id="rId13"/>
    <p:sldLayoutId id="2147484039" r:id="rId14"/>
    <p:sldLayoutId id="2147484040" r:id="rId15"/>
    <p:sldLayoutId id="2147484041" r:id="rId16"/>
    <p:sldLayoutId id="21474840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13" Type="http://schemas.openxmlformats.org/officeDocument/2006/relationships/chart" Target="../charts/chart17.xml"/><Relationship Id="rId3" Type="http://schemas.openxmlformats.org/officeDocument/2006/relationships/chart" Target="../charts/chart7.xml"/><Relationship Id="rId7" Type="http://schemas.openxmlformats.org/officeDocument/2006/relationships/chart" Target="../charts/chart11.xml"/><Relationship Id="rId12" Type="http://schemas.openxmlformats.org/officeDocument/2006/relationships/chart" Target="../charts/chart16.xml"/><Relationship Id="rId2" Type="http://schemas.openxmlformats.org/officeDocument/2006/relationships/slideLayout" Target="../slideLayouts/slideLayout7.xml"/><Relationship Id="rId16" Type="http://schemas.openxmlformats.org/officeDocument/2006/relationships/chart" Target="../charts/chart19.xml"/><Relationship Id="rId1" Type="http://schemas.openxmlformats.org/officeDocument/2006/relationships/vmlDrawing" Target="../drawings/vmlDrawing1.vml"/><Relationship Id="rId6" Type="http://schemas.openxmlformats.org/officeDocument/2006/relationships/chart" Target="../charts/chart10.xml"/><Relationship Id="rId11" Type="http://schemas.openxmlformats.org/officeDocument/2006/relationships/chart" Target="../charts/chart15.xml"/><Relationship Id="rId5" Type="http://schemas.openxmlformats.org/officeDocument/2006/relationships/chart" Target="../charts/chart9.xml"/><Relationship Id="rId15" Type="http://schemas.openxmlformats.org/officeDocument/2006/relationships/chart" Target="../charts/chart18.xml"/><Relationship Id="rId10" Type="http://schemas.openxmlformats.org/officeDocument/2006/relationships/chart" Target="../charts/chart14.xml"/><Relationship Id="rId4" Type="http://schemas.openxmlformats.org/officeDocument/2006/relationships/chart" Target="../charts/chart8.xml"/><Relationship Id="rId9" Type="http://schemas.openxmlformats.org/officeDocument/2006/relationships/chart" Target="../charts/chart13.xml"/><Relationship Id="rId14" Type="http://schemas.openxmlformats.org/officeDocument/2006/relationships/image" Target="../media/image4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C876-C59C-FB43-9CAC-A8FFA524B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Rounded MT Bold" panose="020F0704030504030204" pitchFamily="34" charset="0"/>
              </a:rPr>
              <a:t>BIKE SHARING DEMAND ANALYSIS USING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C8431-2196-3DAE-CAF7-D0551A6F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2336800"/>
            <a:ext cx="11074400" cy="43179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b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SANYAKUMARI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Position:</a:t>
            </a:r>
            <a:b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ANALYTICS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Organization:</a:t>
            </a:r>
            <a:b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Nexthikes IT Solutions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Project:</a:t>
            </a:r>
            <a:b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Bike Sharing Demand Analysis</a:t>
            </a:r>
          </a:p>
          <a:p>
            <a:pPr algn="ctr"/>
            <a:r>
              <a:rPr lang="en-US" u="sng" dirty="0">
                <a:latin typeface="Cambria" panose="02040503050406030204" pitchFamily="18" charset="0"/>
                <a:ea typeface="Cambria" panose="02040503050406030204" pitchFamily="18" charset="0"/>
              </a:rPr>
              <a:t>sanyakumari521@gmail.com</a:t>
            </a:r>
            <a:endParaRPr lang="en-US" sz="2000" u="sng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2000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48A6F-80C2-806E-EFEC-1116EFBB9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9059" y="-1071"/>
            <a:ext cx="448111" cy="44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6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01C070-0F80-C0DA-A5E8-879E9F32B2C1}"/>
              </a:ext>
            </a:extLst>
          </p:cNvPr>
          <p:cNvSpPr/>
          <p:nvPr/>
        </p:nvSpPr>
        <p:spPr>
          <a:xfrm>
            <a:off x="1869440" y="589280"/>
            <a:ext cx="8453120" cy="71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 Rounded MT Bold" panose="020F0704030504030204" pitchFamily="34" charset="0"/>
              </a:rPr>
              <a:t> Project Over 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C093F-B611-CE2E-BDFE-3EEC38F4DC1E}"/>
              </a:ext>
            </a:extLst>
          </p:cNvPr>
          <p:cNvSpPr txBox="1"/>
          <p:nvPr/>
        </p:nvSpPr>
        <p:spPr>
          <a:xfrm>
            <a:off x="1341120" y="1588741"/>
            <a:ext cx="1085088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Analyze bike-sharing Demand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Identify Rental Pattern in Total Bike Rentals.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Study Time Base Demand Analyze How Rentals Change by Hour, Time group, Weekday and Working Days.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Analyze Weather Impact Examine the relationship between temperature, humidity, wind speed and weather conditions and bike rentals.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Compare User Types Analyze The Rental Behavior of Casual and Registered Users.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Create Build interactive dashboard Create KPI’S , PivotTables, Slicers and Timeline for Interactive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Apply Advanced Analysis Use Descriptive Statistics, Correlation Analysis, forecasting and anomaly detection to Generate Useful Business Insights.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Support Business Planning Use the identified patterns to support demand planning, resource allocation and operational decisions.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Tools Used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: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Excel | Power Query | PivotTables | Pivot Charts | Dashboard | Forecasting | Anomaly Detection.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28834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7B9A-A5BF-7074-F781-84534ECE4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00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Arial Rounded MT Bold" panose="020F0704030504030204" pitchFamily="34" charset="0"/>
              </a:rPr>
              <a:t>Dataset  Workflow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1D65C6-35DB-A70F-BEBF-009F695EF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6560" y="1499190"/>
            <a:ext cx="9595699" cy="5252483"/>
          </a:xfrm>
        </p:spPr>
        <p:txBody>
          <a:bodyPr>
            <a:normAutofit fontScale="85000" lnSpcReduction="20000"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Tools Used: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Excel | Power Query | Data Cleaning | Data Validation.</a:t>
            </a:r>
          </a:p>
          <a:p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Dataset_1: 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Bike-sharing rental records containing key rental and time-related information.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Dataset_2: 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Weather-related information such as temperature, apparent temperature, humidity and wind speed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2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Dataset_3 : 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Additional bike-sharing records used for further analysis and data integration.</a:t>
            </a:r>
          </a:p>
          <a:p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Dataset_1 + Dataset_2  </a:t>
            </a:r>
            <a:r>
              <a:rPr lang="en-US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 Merge Queries.  </a:t>
            </a:r>
          </a:p>
          <a:p>
            <a:r>
              <a:rPr lang="en-US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Dataset_3   </a:t>
            </a:r>
            <a:r>
              <a:rPr lang="en-US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 Append/Combine     Final Dataset. </a:t>
            </a:r>
            <a:endParaRPr lang="en-US" sz="22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cleaning : 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Checked and cleaned raw data before analysis.</a:t>
            </a:r>
            <a:endParaRPr lang="en-US" sz="22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Missing values : 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Identified blank/null values and handled them appropriately.</a:t>
            </a:r>
            <a:endParaRPr lang="en-US" sz="22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Duplicate Checking: 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Checked duplicate records to maintain data accuracy.</a:t>
            </a:r>
            <a:endParaRPr lang="en-US" sz="22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Type Correction : 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Corrected Date, Time, Number and Text data types.</a:t>
            </a:r>
          </a:p>
          <a:p>
            <a:r>
              <a:rPr lang="en-US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 Dataset :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 clean and integrated dataset was prepared for PivotTables, Charts, Interactive Dashboard, Forecasting, and Anomaly Detection.</a:t>
            </a:r>
          </a:p>
        </p:txBody>
      </p:sp>
    </p:spTree>
    <p:extLst>
      <p:ext uri="{BB962C8B-B14F-4D97-AF65-F5344CB8AC3E}">
        <p14:creationId xmlns:p14="http://schemas.microsoft.com/office/powerpoint/2010/main" val="68689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E160-DC25-91FA-714A-5381C90DF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2824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5C630-E137-305A-5664-E521927FD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95" y="1754039"/>
            <a:ext cx="8915400" cy="494447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  <a:ea typeface="Cambria" panose="02040503050406030204" pitchFamily="18" charset="0"/>
              </a:rPr>
              <a:t>PivotTables</a:t>
            </a:r>
            <a:r>
              <a:rPr lang="en-US" b="1" dirty="0">
                <a:solidFill>
                  <a:schemeClr val="tx1"/>
                </a:solidFill>
                <a:latin typeface="Arial Rounded MT Bold" panose="020F0704030504030204" pitchFamily="34" charset="0"/>
                <a:ea typeface="Cambria" panose="02040503050406030204" pitchFamily="18" charset="0"/>
              </a:rPr>
              <a:t>: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Summarized rental demand based on Temp, Atemp, Humidity, Windspeed, weather, time, date, and user type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  <a:ea typeface="Cambria" panose="02040503050406030204" pitchFamily="18" charset="0"/>
              </a:rPr>
              <a:t>Weather Condition Analysis.</a:t>
            </a: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Arial Rounded MT Bold" panose="020F0704030504030204" pitchFamily="34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Arial Rounded MT Bold" panose="020F0704030504030204" pitchFamily="34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Arial Rounded MT Bold" panose="020F0704030504030204" pitchFamily="34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Clear weather accounted for the highest rental share (64.10%), followed by Mist + Cloudy (31.05%). Overall, rentals were concentrated in these conditions, with Registered users contributing more than Casual users.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1A25E7F-2D56-64D4-DD33-C3F4B5B17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645520"/>
              </p:ext>
            </p:extLst>
          </p:nvPr>
        </p:nvGraphicFramePr>
        <p:xfrm>
          <a:off x="2885758" y="3203258"/>
          <a:ext cx="7502525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384997" imgH="1651044" progId="Excel.Sheet.12">
                  <p:embed/>
                </p:oleObj>
              </mc:Choice>
              <mc:Fallback>
                <p:oleObj name="Worksheet" r:id="rId2" imgW="5384997" imgH="1651044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1A25E7F-2D56-64D4-DD33-C3F4B5B17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85758" y="3203258"/>
                        <a:ext cx="7502525" cy="157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7158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4C08-8825-92F9-3E3D-012FAE43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1362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Date-Wise </a:t>
            </a:r>
            <a:r>
              <a:rPr lang="en-US" sz="3000" b="1" dirty="0">
                <a:latin typeface="Arial Rounded MT Bold" panose="020F0704030504030204" pitchFamily="34" charset="0"/>
                <a:ea typeface="Cambria" panose="02040503050406030204" pitchFamily="18" charset="0"/>
              </a:rPr>
              <a:t>Rental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B8171-B516-FBCE-2B42-ADAFE95D2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3012" y="1441756"/>
            <a:ext cx="8915400" cy="49929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F534637-B986-B545-01A1-85A7C3249F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9396452"/>
              </p:ext>
            </p:extLst>
          </p:nvPr>
        </p:nvGraphicFramePr>
        <p:xfrm>
          <a:off x="885825" y="1621403"/>
          <a:ext cx="10889615" cy="3083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C56E3B-175C-23BA-E95E-EC011CF5467E}"/>
              </a:ext>
            </a:extLst>
          </p:cNvPr>
          <p:cNvSpPr txBox="1"/>
          <p:nvPr/>
        </p:nvSpPr>
        <p:spPr>
          <a:xfrm>
            <a:off x="2860040" y="4931560"/>
            <a:ext cx="891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Rental demand fluctuated from 1 January to 14 February 2011, peaking on 25 January (1,985 rentals; 3.40%), followed by 20 January (1,927; 3.31%) and 11 February (1,746; 2.99%). Registered users contributed the majority of rentals.</a:t>
            </a:r>
          </a:p>
        </p:txBody>
      </p:sp>
    </p:spTree>
    <p:extLst>
      <p:ext uri="{BB962C8B-B14F-4D97-AF65-F5344CB8AC3E}">
        <p14:creationId xmlns:p14="http://schemas.microsoft.com/office/powerpoint/2010/main" val="1335985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FB84-D88C-0255-F5E2-77F5C9E0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0835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Hour Wise Demand Rental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CDF38-DA47-70DA-9D22-33F505077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400" y="1632856"/>
            <a:ext cx="9880599" cy="509451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8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Overall, rental demand peaked at 5 PM (10.58%), followed by 8 AM (9.24%) and 6 PM (9.06%). Registered users peaked at 5 PM (5,774 rentals), while casual users peaked at 3 PM (536 rentals). Demand was lowest at 4 AM (0.12%) and 3 AM (0.26%).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53875AD-2776-7C64-9C4E-60130ABBD7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5407638"/>
              </p:ext>
            </p:extLst>
          </p:nvPr>
        </p:nvGraphicFramePr>
        <p:xfrm>
          <a:off x="1428749" y="1440226"/>
          <a:ext cx="9534525" cy="3207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266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84E6-8824-93E6-6AF6-A3C19179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725" y="275767"/>
            <a:ext cx="8911687" cy="681538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Temperature Wise Demand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BDC327-C029-FB6A-8C7D-3FCBBE4EE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988" y="4367450"/>
            <a:ext cx="8915400" cy="2338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Highest rental demand occurred at normalized temperature 0.20 (13.59%), with relatively high demand between 0.16 and 0.24. Overall, moderate temperatures were associated with higher bike rental demand.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4EE5468-8713-4E0A-B812-6F177D913A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0088665"/>
              </p:ext>
            </p:extLst>
          </p:nvPr>
        </p:nvGraphicFramePr>
        <p:xfrm>
          <a:off x="1209675" y="1665981"/>
          <a:ext cx="9885045" cy="2991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03698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AFE1-81A8-1F37-F4CC-7DDAE3F5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829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Arial Rounded MT Bold" panose="020F0704030504030204" pitchFamily="34" charset="0"/>
              </a:rPr>
              <a:t>Atemp Wise Demand </a:t>
            </a:r>
            <a:endParaRPr lang="en-US" dirty="0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D4978473-8488-D2E2-7BD0-23392E6DB5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625689"/>
              </p:ext>
            </p:extLst>
          </p:nvPr>
        </p:nvGraphicFramePr>
        <p:xfrm>
          <a:off x="466725" y="352426"/>
          <a:ext cx="11115675" cy="455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47786CF8-304B-B9CE-4F2E-DE0E438955B5}"/>
              </a:ext>
            </a:extLst>
          </p:cNvPr>
          <p:cNvSpPr/>
          <p:nvPr/>
        </p:nvSpPr>
        <p:spPr>
          <a:xfrm>
            <a:off x="2203132" y="4480560"/>
            <a:ext cx="9379267" cy="2174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051063-0F37-7D3B-6CAA-DE229115DFE9}"/>
              </a:ext>
            </a:extLst>
          </p:cNvPr>
          <p:cNvSpPr txBox="1"/>
          <p:nvPr/>
        </p:nvSpPr>
        <p:spPr>
          <a:xfrm>
            <a:off x="2489200" y="4829016"/>
            <a:ext cx="88696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Highest rental demand occurred at normalized Atemp 0.2273 (12.02%), with relatively high demand between 0.1818 and 0.2273. Overall, moderate apparent temperatures were associated with higher bike rental activity.</a:t>
            </a:r>
          </a:p>
        </p:txBody>
      </p:sp>
    </p:spTree>
    <p:extLst>
      <p:ext uri="{BB962C8B-B14F-4D97-AF65-F5344CB8AC3E}">
        <p14:creationId xmlns:p14="http://schemas.microsoft.com/office/powerpoint/2010/main" val="182727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2226-C208-6D56-EE49-583BE0E6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8813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Arial Rounded MT Bold" panose="020F0704030504030204" pitchFamily="34" charset="0"/>
              </a:rPr>
              <a:t>Humidity  Wise Demand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718E2-114C-B7A2-E83C-23153E19D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63296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Highest rental demand occurred at humidity 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0.47 (5.51%)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Demand fluctuated across humidity levels, showing no consistent pattern compared with temperature-related demand.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E04190E-54B1-68BD-70D4-77BF233BB7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527463"/>
              </p:ext>
            </p:extLst>
          </p:nvPr>
        </p:nvGraphicFramePr>
        <p:xfrm>
          <a:off x="687388" y="1412240"/>
          <a:ext cx="10468292" cy="3988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880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A9EC-992F-C6AB-B39E-7361B7BC4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30370"/>
          </a:xfrm>
        </p:spPr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Windspeed wise Demand</a:t>
            </a:r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9519D919-55FC-98E7-3F6D-00E5CA60C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3552348"/>
              </p:ext>
            </p:extLst>
          </p:nvPr>
        </p:nvGraphicFramePr>
        <p:xfrm>
          <a:off x="771525" y="1645920"/>
          <a:ext cx="10363835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BD7371-4349-9ECA-B1E9-EC73397B32FA}"/>
              </a:ext>
            </a:extLst>
          </p:cNvPr>
          <p:cNvSpPr txBox="1"/>
          <p:nvPr/>
        </p:nvSpPr>
        <p:spPr>
          <a:xfrm>
            <a:off x="2143760" y="5303520"/>
            <a:ext cx="899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Rental demand was highest at wind speed 0 (13.46%), indicating that lower wind speeds were generally associated with higher bike rental activity, despite some fluctuations.</a:t>
            </a:r>
          </a:p>
        </p:txBody>
      </p:sp>
    </p:spTree>
    <p:extLst>
      <p:ext uri="{BB962C8B-B14F-4D97-AF65-F5344CB8AC3E}">
        <p14:creationId xmlns:p14="http://schemas.microsoft.com/office/powerpoint/2010/main" val="1421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88BBC4-82CA-7BCE-1368-BE0375852801}"/>
              </a:ext>
            </a:extLst>
          </p:cNvPr>
          <p:cNvSpPr/>
          <p:nvPr/>
        </p:nvSpPr>
        <p:spPr>
          <a:xfrm>
            <a:off x="15725" y="-1116011"/>
            <a:ext cx="12296288" cy="11088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400" b="1" dirty="0">
                <a:latin typeface="Algerian" panose="04020705040A02060702" pitchFamily="82" charset="0"/>
              </a:rPr>
              <a:t>BIKE</a:t>
            </a:r>
            <a:r>
              <a:rPr lang="en-IN" sz="4400" b="1" baseline="0" dirty="0">
                <a:latin typeface="Algerian" panose="04020705040A02060702" pitchFamily="82" charset="0"/>
              </a:rPr>
              <a:t> SHARING RENTAL Dynamics REPORT - 2011</a:t>
            </a:r>
            <a:endParaRPr lang="en-IN" sz="4400" b="1" dirty="0">
              <a:latin typeface="Algerian" panose="04020705040A02060702" pitchFamily="8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09AF56-1B54-49B1-7041-6564B836174D}"/>
              </a:ext>
            </a:extLst>
          </p:cNvPr>
          <p:cNvSpPr/>
          <p:nvPr/>
        </p:nvSpPr>
        <p:spPr>
          <a:xfrm>
            <a:off x="2899273" y="255633"/>
            <a:ext cx="2302020" cy="14225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i="1" u="sng">
                <a:latin typeface="Algerian" panose="04020705040A02060702" pitchFamily="82" charset="0"/>
              </a:rPr>
              <a:t>TOTAL RENTALS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4F39F1-B921-C1B8-5974-435946A57144}"/>
              </a:ext>
            </a:extLst>
          </p:cNvPr>
          <p:cNvSpPr/>
          <p:nvPr/>
        </p:nvSpPr>
        <p:spPr>
          <a:xfrm>
            <a:off x="5272424" y="284265"/>
            <a:ext cx="2254160" cy="136524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i="1" u="sng">
                <a:latin typeface="Algerian" panose="04020705040A02060702" pitchFamily="82" charset="0"/>
              </a:rPr>
              <a:t>TOTAL</a:t>
            </a:r>
            <a:r>
              <a:rPr lang="en-IN" sz="2400" b="1" i="1" u="sng" baseline="0">
                <a:latin typeface="Algerian" panose="04020705040A02060702" pitchFamily="82" charset="0"/>
              </a:rPr>
              <a:t> CASUAL </a:t>
            </a:r>
            <a:endParaRPr lang="en-IN" sz="2400" b="1" i="1" u="sng">
              <a:latin typeface="Algerian" panose="04020705040A02060702" pitchFamily="8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643808-9249-5A01-6FBE-0A1C0E391258}"/>
              </a:ext>
            </a:extLst>
          </p:cNvPr>
          <p:cNvSpPr/>
          <p:nvPr/>
        </p:nvSpPr>
        <p:spPr>
          <a:xfrm>
            <a:off x="7592666" y="260953"/>
            <a:ext cx="2254160" cy="141187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i="1" u="sng" dirty="0">
                <a:solidFill>
                  <a:schemeClr val="bg1"/>
                </a:solidFill>
                <a:latin typeface="Algerian" panose="04020705040A02060702" pitchFamily="82" charset="0"/>
              </a:rPr>
              <a:t>TOTAL REGISTERED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36ED98-1643-D3FF-CA13-1F77CC2887BE}"/>
              </a:ext>
            </a:extLst>
          </p:cNvPr>
          <p:cNvSpPr/>
          <p:nvPr/>
        </p:nvSpPr>
        <p:spPr>
          <a:xfrm>
            <a:off x="9917958" y="260955"/>
            <a:ext cx="2274041" cy="14225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i="1" u="sng" dirty="0">
                <a:latin typeface="Algerian" panose="04020705040A02060702" pitchFamily="82" charset="0"/>
              </a:rPr>
              <a:t>TOTAL COUNT</a:t>
            </a:r>
            <a:r>
              <a:rPr lang="en-IN" sz="2400" b="1" i="1" u="sng" baseline="0" dirty="0">
                <a:latin typeface="Algerian" panose="04020705040A02060702" pitchFamily="82" charset="0"/>
              </a:rPr>
              <a:t> OF RECORD</a:t>
            </a:r>
            <a:endParaRPr lang="en-IN" sz="2400" b="1" i="1" u="sng" dirty="0">
              <a:latin typeface="Algerian" panose="04020705040A02060702" pitchFamily="82" charset="0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2D205AD2-D61A-E250-9188-50F9338C267C}"/>
              </a:ext>
            </a:extLst>
          </p:cNvPr>
          <p:cNvSpPr txBox="1"/>
          <p:nvPr/>
        </p:nvSpPr>
        <p:spPr>
          <a:xfrm>
            <a:off x="2889253" y="1112838"/>
            <a:ext cx="2332837" cy="383386"/>
          </a:xfrm>
          <a:prstGeom prst="rect">
            <a:avLst/>
          </a:prstGeom>
          <a:solidFill>
            <a:srgbClr val="FFFFCC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26586A9-7417-45A6-99A6-81544C34610E}" type="TxLink">
              <a:rPr lang="en-US" sz="2800" b="1" i="1" u="none" strike="noStrike">
                <a:solidFill>
                  <a:srgbClr val="000000"/>
                </a:solidFill>
                <a:latin typeface="Arial Black" panose="020B0A04020102020204" pitchFamily="34" charset="0"/>
              </a:rPr>
              <a:pPr algn="ctr"/>
              <a:t>58304</a:t>
            </a:fld>
            <a:endParaRPr lang="en-IN" sz="2800" b="1" i="1" dirty="0">
              <a:latin typeface="Arial Black" panose="020B0A04020102020204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CB4DCB9B-2380-51BD-7ABA-8198FA486DFE}"/>
              </a:ext>
            </a:extLst>
          </p:cNvPr>
          <p:cNvSpPr txBox="1"/>
          <p:nvPr/>
        </p:nvSpPr>
        <p:spPr>
          <a:xfrm flipH="1">
            <a:off x="5318623" y="1143986"/>
            <a:ext cx="2197941" cy="336952"/>
          </a:xfrm>
          <a:prstGeom prst="rect">
            <a:avLst/>
          </a:prstGeom>
          <a:solidFill>
            <a:srgbClr val="FFFFCC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5BBFC9F-E3D6-4C39-8646-80FA1D4248C8}" type="TxLink">
              <a:rPr lang="en-US" sz="3200" b="1" i="1" u="none" strike="noStrike">
                <a:solidFill>
                  <a:srgbClr val="000000"/>
                </a:solidFill>
                <a:latin typeface="Arial Black" panose="020B0A04020102020204" pitchFamily="34" charset="0"/>
              </a:rPr>
              <a:pPr algn="ctr"/>
              <a:t>4921</a:t>
            </a:fld>
            <a:endParaRPr lang="en-IN" sz="3200" b="1" i="1">
              <a:latin typeface="Arial Black" panose="020B0A040201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977B1E15-39D0-3768-52F5-9BDF133AB0E4}"/>
              </a:ext>
            </a:extLst>
          </p:cNvPr>
          <p:cNvSpPr txBox="1"/>
          <p:nvPr/>
        </p:nvSpPr>
        <p:spPr>
          <a:xfrm flipH="1">
            <a:off x="7587696" y="1145976"/>
            <a:ext cx="2274041" cy="335953"/>
          </a:xfrm>
          <a:prstGeom prst="rect">
            <a:avLst/>
          </a:prstGeom>
          <a:solidFill>
            <a:srgbClr val="FFFFCC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88E421A-FD2B-4687-8D60-C2E48C2C34EB}" type="TxLink">
              <a:rPr lang="en-US" sz="3200" b="1" i="1" u="none" strike="noStrike">
                <a:solidFill>
                  <a:srgbClr val="000000"/>
                </a:solidFill>
                <a:latin typeface="Arial Black" panose="020B0A04020102020204" pitchFamily="34" charset="0"/>
              </a:rPr>
              <a:pPr algn="ctr"/>
              <a:t>53383</a:t>
            </a:fld>
            <a:endParaRPr lang="en-IN" sz="3200" b="1" i="1" dirty="0">
              <a:latin typeface="Arial Black" panose="020B0A04020102020204" pitchFamily="34" charset="0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ED7554E0-653D-8711-C870-EEF14319DB95}"/>
              </a:ext>
            </a:extLst>
          </p:cNvPr>
          <p:cNvSpPr txBox="1"/>
          <p:nvPr/>
        </p:nvSpPr>
        <p:spPr>
          <a:xfrm flipH="1">
            <a:off x="9903047" y="1143200"/>
            <a:ext cx="2238618" cy="332975"/>
          </a:xfrm>
          <a:prstGeom prst="rect">
            <a:avLst/>
          </a:prstGeom>
          <a:solidFill>
            <a:srgbClr val="FFFFCC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CBBE170-1B76-4426-9DAC-898B75043289}" type="TxLink">
              <a:rPr lang="en-US" sz="3200" b="1" i="1" u="none" strike="noStrike">
                <a:solidFill>
                  <a:srgbClr val="000000"/>
                </a:solidFill>
                <a:latin typeface="Arial Black" panose="020B0A04020102020204" pitchFamily="34" charset="0"/>
              </a:rPr>
              <a:pPr algn="ctr"/>
              <a:t>1000</a:t>
            </a:fld>
            <a:endParaRPr lang="en-IN" sz="3200" b="1" i="1" u="none">
              <a:latin typeface="Arial Black" panose="020B0A04020102020204" pitchFamily="34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869972A-3179-4660-878D-0FF72FD024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011970"/>
              </p:ext>
            </p:extLst>
          </p:nvPr>
        </p:nvGraphicFramePr>
        <p:xfrm>
          <a:off x="2325390" y="1791498"/>
          <a:ext cx="3268167" cy="1319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87A52829-B598-4EDE-9B91-9618CB8702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0112334"/>
              </p:ext>
            </p:extLst>
          </p:nvPr>
        </p:nvGraphicFramePr>
        <p:xfrm>
          <a:off x="15724" y="3185319"/>
          <a:ext cx="2254551" cy="158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DC8A24C-035E-4CE2-BDEF-06EC020649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0287814"/>
              </p:ext>
            </p:extLst>
          </p:nvPr>
        </p:nvGraphicFramePr>
        <p:xfrm>
          <a:off x="15724" y="1907382"/>
          <a:ext cx="2230499" cy="11699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75E21207-1F23-464B-8AAB-0932D87369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1632697"/>
              </p:ext>
            </p:extLst>
          </p:nvPr>
        </p:nvGraphicFramePr>
        <p:xfrm>
          <a:off x="15724" y="84927"/>
          <a:ext cx="2851301" cy="1598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79A2A31D-4850-4C09-B16A-30A8B6856C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7131776"/>
              </p:ext>
            </p:extLst>
          </p:nvPr>
        </p:nvGraphicFramePr>
        <p:xfrm>
          <a:off x="2325390" y="3123407"/>
          <a:ext cx="2995116" cy="1608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BFB30D33-8E3D-49A5-8F47-23713BDCE1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1604322"/>
              </p:ext>
            </p:extLst>
          </p:nvPr>
        </p:nvGraphicFramePr>
        <p:xfrm>
          <a:off x="5401171" y="3123408"/>
          <a:ext cx="2995116" cy="1553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75D927E-065A-4F67-AD4E-A5EC01E201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0968921"/>
              </p:ext>
            </p:extLst>
          </p:nvPr>
        </p:nvGraphicFramePr>
        <p:xfrm>
          <a:off x="8564661" y="1810148"/>
          <a:ext cx="3520877" cy="1234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84CCC8F4-2011-476F-B29D-B7DD83E5B6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87247"/>
              </p:ext>
            </p:extLst>
          </p:nvPr>
        </p:nvGraphicFramePr>
        <p:xfrm>
          <a:off x="22995" y="4814094"/>
          <a:ext cx="3422697" cy="2023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0B66A67F-93AB-4EE5-80DC-BF4232B214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6374975"/>
              </p:ext>
            </p:extLst>
          </p:nvPr>
        </p:nvGraphicFramePr>
        <p:xfrm>
          <a:off x="3504157" y="4814094"/>
          <a:ext cx="2493961" cy="2023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8CB22DD3-84A6-48B1-AB03-AF98A16DA1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8113386"/>
              </p:ext>
            </p:extLst>
          </p:nvPr>
        </p:nvGraphicFramePr>
        <p:xfrm>
          <a:off x="8564661" y="3153172"/>
          <a:ext cx="3592415" cy="15462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4E620F18-4973-403B-9438-A0F2959E5A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6871588"/>
              </p:ext>
            </p:extLst>
          </p:nvPr>
        </p:nvGraphicFramePr>
        <p:xfrm>
          <a:off x="5672723" y="1760539"/>
          <a:ext cx="2784967" cy="12961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pic>
        <p:nvPicPr>
          <p:cNvPr id="31" name="Graphic 52" descr="Business Growth with solid fill">
            <a:extLst>
              <a:ext uri="{FF2B5EF4-FFF2-40B4-BE49-F238E27FC236}">
                <a16:creationId xmlns:a16="http://schemas.microsoft.com/office/drawing/2014/main" id="{8CB6C381-770E-410B-AF3D-C3E8436A16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53223" y="-675942"/>
            <a:ext cx="1445629" cy="683081"/>
          </a:xfrm>
          <a:prstGeom prst="rect">
            <a:avLst/>
          </a:prstGeom>
        </p:spPr>
      </p:pic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4AEB2DAD-688B-4645-8FD7-1DA5C164AF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846178"/>
              </p:ext>
            </p:extLst>
          </p:nvPr>
        </p:nvGraphicFramePr>
        <p:xfrm>
          <a:off x="8767265" y="4881960"/>
          <a:ext cx="3389312" cy="1949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0E69921F-4A0F-4880-992A-A6F7049D8F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664665"/>
              </p:ext>
            </p:extLst>
          </p:nvPr>
        </p:nvGraphicFramePr>
        <p:xfrm>
          <a:off x="6038848" y="4775598"/>
          <a:ext cx="2728417" cy="2087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</p:spTree>
    <p:extLst>
      <p:ext uri="{BB962C8B-B14F-4D97-AF65-F5344CB8AC3E}">
        <p14:creationId xmlns:p14="http://schemas.microsoft.com/office/powerpoint/2010/main" val="371394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73C5-1B2C-D183-149F-CD7B5BCD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Dashboard ANALYSIS</a:t>
            </a:r>
            <a:br>
              <a:rPr lang="en-US" b="1" dirty="0">
                <a:latin typeface="Arial Rounded MT Bold" panose="020F0704030504030204" pitchFamily="34" charset="0"/>
              </a:rPr>
            </a:b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8FF6B-B547-1633-F546-C597EA3BD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6972" y="1717040"/>
            <a:ext cx="8915400" cy="451685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KPIs: Total Rentals (58.3K), Registered Riders (53.4K), Casual Riders (4.9K), Average Daily Rentals (58), and Total Records (1K).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Demand Analysis: Charts display rental trends by hour, temperature, month, holidays, weekdays, weather conditions, and dates.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Interactive Filters: Slicers and Timeline allow dynamic filtering by hour, month, temperature, weekday, weather, and date.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Forecasting &amp; Anomaly Detection: Clicking the respective sections opens their Excel sheets for detailed forecasting and anomaly analysis.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Business Insights: The dashboard helps identify rental patterns, peak-demand periods, and unusual demand changes for better business planning.</a:t>
            </a:r>
          </a:p>
        </p:txBody>
      </p:sp>
    </p:spTree>
    <p:extLst>
      <p:ext uri="{BB962C8B-B14F-4D97-AF65-F5344CB8AC3E}">
        <p14:creationId xmlns:p14="http://schemas.microsoft.com/office/powerpoint/2010/main" val="1727670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E5867-90CE-34D9-81B6-D6AE77E7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Arial Rounded MT Bold" panose="020F0704030504030204" pitchFamily="34" charset="0"/>
              </a:rPr>
              <a:t>Descriptive Statistics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A906C-E83D-483F-5A48-EA1BD5DB5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Temperature and Atemp values were relatively stable.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Humidity and Windspeed showed moderate variation. 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Casual rentals showed strong right-skewness (3.41). 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Registered rentals were also right-skewed (1.30). 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rentals: Mean 58.3, Median 49, SD 50.99. 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Overall, rental demand varied considerably, with occasional high-demand observations.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51510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4A8C422-F046-410C-8651-838AF77606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4438722"/>
              </p:ext>
            </p:extLst>
          </p:nvPr>
        </p:nvGraphicFramePr>
        <p:xfrm>
          <a:off x="471488" y="247651"/>
          <a:ext cx="11249024" cy="5762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51443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D4F7-49DB-776F-D7A5-64E025F7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474A8-9515-1E6C-814F-B8FD15C74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Temp &amp; Atemp: Very strong positive correlation (0.918).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Temp &amp; Count: Weak positive correlation (0.234).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Atemp &amp; Count: Weak positive correlation (0.192).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Humidity &amp; Count: Weak negative correlation (-0.256).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Windspeed &amp; Count: Very weak positive correlation (0.105).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Overall: Weather variables showed mostly weak correlations with rental demand.</a:t>
            </a:r>
          </a:p>
        </p:txBody>
      </p:sp>
    </p:spTree>
    <p:extLst>
      <p:ext uri="{BB962C8B-B14F-4D97-AF65-F5344CB8AC3E}">
        <p14:creationId xmlns:p14="http://schemas.microsoft.com/office/powerpoint/2010/main" val="1144836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25302FA-5F1E-2354-1AED-C0BF78A09B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178361"/>
              </p:ext>
            </p:extLst>
          </p:nvPr>
        </p:nvGraphicFramePr>
        <p:xfrm>
          <a:off x="1381125" y="504825"/>
          <a:ext cx="9696450" cy="5534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1839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0F1D2-D292-6B24-9043-6F178DB5D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910776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Forecasting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F08F9-CFFC-F5CD-82C8-2565F84B4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u="sng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Historical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ABAE5-74F6-824A-2331-6EA1501465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 Jan To 14 Feb – 2011  </a:t>
            </a: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Actual rental data</a:t>
            </a: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Demand High fluctuations</a:t>
            </a: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Peak = 1,985</a:t>
            </a: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Actual observations.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AE2BDD-0C36-68F4-56E1-A882E5829E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25000" lnSpcReduction="20000"/>
          </a:bodyPr>
          <a:lstStyle/>
          <a:p>
            <a:endParaRPr lang="en-US" b="1" dirty="0">
              <a:latin typeface="Arial Rounded MT Bold" panose="020F07040305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dirty="0">
              <a:latin typeface="Arial Rounded MT Bold" panose="020F07040305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9600" b="1" u="sng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Future Forecast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C7016-D92A-8743-0E71-38527220FD9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15 Feb TO 15 Mar-2011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Estimated rental demand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Relatively stable pattern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 forecast = 1,506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Model-based estimates.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123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8899AB0-90B4-A256-0027-8AB3EFE1F0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1298079"/>
              </p:ext>
            </p:extLst>
          </p:nvPr>
        </p:nvGraphicFramePr>
        <p:xfrm>
          <a:off x="-1" y="1416548"/>
          <a:ext cx="12192001" cy="4431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161B4F1-B046-CB7A-C64A-E06C93121BFB}"/>
              </a:ext>
            </a:extLst>
          </p:cNvPr>
          <p:cNvSpPr/>
          <p:nvPr/>
        </p:nvSpPr>
        <p:spPr>
          <a:xfrm>
            <a:off x="1889760" y="396240"/>
            <a:ext cx="8361680" cy="1020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Fore Casting Chart</a:t>
            </a:r>
          </a:p>
        </p:txBody>
      </p:sp>
    </p:spTree>
    <p:extLst>
      <p:ext uri="{BB962C8B-B14F-4D97-AF65-F5344CB8AC3E}">
        <p14:creationId xmlns:p14="http://schemas.microsoft.com/office/powerpoint/2010/main" val="2742515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B6FFD-DBA9-242F-0ABC-61EE3368C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9989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Anomaly Detection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914B6-3EE3-7F9A-561B-CB60525C7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452257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Anomaly detection identified 60 high-anomaly observations out of 996 total observations, while 936 observations were classified as normal. No low anomalies were detected because the calculated lower bound (-43.647) was below the possible rental range. High anomalies represent unusually high rental demand and can be investigated for potential demand spikes.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11F27CE-888E-D943-BB7B-AE6643164F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702383"/>
              </p:ext>
            </p:extLst>
          </p:nvPr>
        </p:nvGraphicFramePr>
        <p:xfrm>
          <a:off x="4071257" y="4022410"/>
          <a:ext cx="4103914" cy="2334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343310" imgH="1657350" progId="Excel.Sheet.12">
                  <p:embed/>
                </p:oleObj>
              </mc:Choice>
              <mc:Fallback>
                <p:oleObj name="Worksheet" r:id="rId2" imgW="2343310" imgH="1657350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11F27CE-888E-D943-BB7B-AE6643164F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71257" y="4022410"/>
                        <a:ext cx="4103914" cy="2334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0154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460F-C314-653C-B8FE-1FF99094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Anomaly Detection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A6ECE0-E5BC-FCCD-1B6A-9486AC29F6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6377229"/>
              </p:ext>
            </p:extLst>
          </p:nvPr>
        </p:nvGraphicFramePr>
        <p:xfrm>
          <a:off x="558800" y="2133600"/>
          <a:ext cx="11389360" cy="377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28903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EC92-20EB-9B41-7B4F-8F6D49A1D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325" y="121920"/>
            <a:ext cx="8911687" cy="904240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Decision Making / 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51F5F-E8C1-9988-270B-49E4753C3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3520"/>
            <a:ext cx="8915400" cy="5242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Arial Rounded MT Bold" panose="020F0704030504030204" pitchFamily="34" charset="0"/>
                <a:ea typeface="Cambria" panose="02040503050406030204" pitchFamily="18" charset="0"/>
              </a:rPr>
              <a:t>Customer Management</a:t>
            </a:r>
          </a:p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Prioritize registered users and encourage casual users through membership offers.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Future Demand Planning</a:t>
            </a:r>
          </a:p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forecasting to plan bike availability and resources during peak-demand hours.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Anomaly Management</a:t>
            </a:r>
          </a:p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Investigate the 60 high-anomaly observations to understand unusual demand spikes and prepare for similar situations.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Continuous Monitoring</a:t>
            </a:r>
          </a:p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the interactive dashboard, KPIs, Slicers, and Timeline to monitor demand and update analysis with new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Decision Making</a:t>
            </a:r>
          </a:p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Maintain more bikes during peak hours, use low-demand periods for maintenance and redistribution, and use weather, forecasting, and demand patterns to support better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051612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BA48-1ED1-0E43-0639-FF541880C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8D4EE-DC67-EC64-55A4-7881D4B5F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Peak Demand:  8 AM and 5–6 PM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Registered users:  Major Contributor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Moderate Temperature:  Higher Demand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Low Wind speed: Comparatively Higher Demand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60 High-Demand Anomalies: Investigate Demand Spikes</a:t>
            </a:r>
          </a:p>
        </p:txBody>
      </p:sp>
    </p:spTree>
    <p:extLst>
      <p:ext uri="{BB962C8B-B14F-4D97-AF65-F5344CB8AC3E}">
        <p14:creationId xmlns:p14="http://schemas.microsoft.com/office/powerpoint/2010/main" val="4165728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99EEC2E-79B0-E201-C8BA-63E92AE176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3341970"/>
              </p:ext>
            </p:extLst>
          </p:nvPr>
        </p:nvGraphicFramePr>
        <p:xfrm>
          <a:off x="1625600" y="624110"/>
          <a:ext cx="9879011" cy="5868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D0EB183-2F48-FDB0-46EB-AA6E8C96C9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472" y="1975895"/>
            <a:ext cx="675865" cy="67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927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2736</TotalTime>
  <Words>1216</Words>
  <Application>Microsoft Office PowerPoint</Application>
  <PresentationFormat>Widescreen</PresentationFormat>
  <Paragraphs>162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Algerian</vt:lpstr>
      <vt:lpstr>Arial Black</vt:lpstr>
      <vt:lpstr>Arial Rounded MT Bold</vt:lpstr>
      <vt:lpstr>Cambria</vt:lpstr>
      <vt:lpstr>Century Gothic</vt:lpstr>
      <vt:lpstr>Wingdings</vt:lpstr>
      <vt:lpstr>Wingdings 3</vt:lpstr>
      <vt:lpstr>Ion</vt:lpstr>
      <vt:lpstr>Worksheet</vt:lpstr>
      <vt:lpstr>BIKE SHARING DEMAND ANALYSIS USING EXCEL</vt:lpstr>
      <vt:lpstr>PowerPoint Presentation</vt:lpstr>
      <vt:lpstr>Dataset  Workflow</vt:lpstr>
      <vt:lpstr>Pivot Table</vt:lpstr>
      <vt:lpstr>Date-Wise Rental Demand</vt:lpstr>
      <vt:lpstr>Hour Wise Demand Rental</vt:lpstr>
      <vt:lpstr>Temperature Wise Demand</vt:lpstr>
      <vt:lpstr>Atemp Wise Demand </vt:lpstr>
      <vt:lpstr>Humidity  Wise Demand</vt:lpstr>
      <vt:lpstr>Windspeed wise Demand</vt:lpstr>
      <vt:lpstr>PowerPoint Presentation</vt:lpstr>
      <vt:lpstr>Dashboard ANALYSIS </vt:lpstr>
      <vt:lpstr>Descriptive Statistics</vt:lpstr>
      <vt:lpstr>PowerPoint Presentation</vt:lpstr>
      <vt:lpstr>Correlation</vt:lpstr>
      <vt:lpstr>PowerPoint Presentation</vt:lpstr>
      <vt:lpstr>Forecasting</vt:lpstr>
      <vt:lpstr>PowerPoint Presentation</vt:lpstr>
      <vt:lpstr>Anomaly Detection </vt:lpstr>
      <vt:lpstr>Anomaly Detection </vt:lpstr>
      <vt:lpstr>Decision Making / Recommendations</vt:lpstr>
      <vt:lpstr>Business 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Yadav</dc:creator>
  <cp:lastModifiedBy>sanya kumari</cp:lastModifiedBy>
  <cp:revision>18</cp:revision>
  <dcterms:created xsi:type="dcterms:W3CDTF">2026-09-30T10:34:58Z</dcterms:created>
  <dcterms:modified xsi:type="dcterms:W3CDTF">2026-10-10T17:03:44Z</dcterms:modified>
</cp:coreProperties>
</file>